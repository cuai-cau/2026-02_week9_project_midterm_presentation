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8" r:id="rId3"/>
    <p:sldId id="259" r:id="rId4"/>
    <p:sldId id="266" r:id="rId5"/>
    <p:sldId id="265" r:id="rId6"/>
    <p:sldId id="264" r:id="rId7"/>
    <p:sldId id="263" r:id="rId8"/>
    <p:sldId id="262" r:id="rId9"/>
    <p:sldId id="267" r:id="rId10"/>
    <p:sldId id="260" r:id="rId11"/>
  </p:sldIdLst>
  <p:sldSz cx="9144000" cy="5143500" type="screen16x9"/>
  <p:notesSz cx="6858000" cy="9144000"/>
  <p:embeddedFontLst>
    <p:embeddedFont>
      <p:font typeface="Nanum Gothic" panose="020B0600000101010101" charset="-127"/>
      <p:regular r:id="rId13"/>
      <p:bold r:id="rId14"/>
    </p:embeddedFont>
    <p:embeddedFont>
      <p:font typeface="NanumGothicExtraBold" panose="020D0904000000000000" pitchFamily="50" charset="-127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D02CCF-2D8B-40D1-B266-1FE3FC089036}" v="2" dt="2026-10-27T06:54:13.0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은수 김" userId="f355d4a98d7c04c5" providerId="LiveId" clId="{682F1AB2-3626-429F-87BC-F5A4842D05DE}"/>
    <pc:docChg chg="modSld">
      <pc:chgData name="은수 김" userId="f355d4a98d7c04c5" providerId="LiveId" clId="{682F1AB2-3626-429F-87BC-F5A4842D05DE}" dt="2026-10-27T07:01:24.746" v="0" actId="5793"/>
      <pc:docMkLst>
        <pc:docMk/>
      </pc:docMkLst>
      <pc:sldChg chg="modNotesTx">
        <pc:chgData name="은수 김" userId="f355d4a98d7c04c5" providerId="LiveId" clId="{682F1AB2-3626-429F-87BC-F5A4842D05DE}" dt="2026-10-27T07:01:24.746" v="0" actId="5793"/>
        <pc:sldMkLst>
          <pc:docMk/>
          <pc:sldMk cId="0" sldId="26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en-US" altLang="ko-KR" sz="1200" b="1">
                <a:solidFill>
                  <a:srgbClr val="19264B"/>
                </a:solidFill>
              </a:rPr>
              <a:t>layer_1 </a:t>
            </a:r>
            <a:r>
              <a:rPr lang="ko-KR" altLang="en-US" sz="1200" b="1">
                <a:solidFill>
                  <a:srgbClr val="19264B"/>
                </a:solidFill>
              </a:rPr>
              <a:t>두께별 스펙트럼 </a:t>
            </a:r>
            <a:r>
              <a:rPr lang="en-US" altLang="ko-KR" sz="1200" b="1">
                <a:solidFill>
                  <a:srgbClr val="19264B"/>
                </a:solidFill>
              </a:rPr>
              <a:t>(</a:t>
            </a:r>
            <a:r>
              <a:rPr lang="ko-KR" altLang="en-US" sz="1200" b="1">
                <a:solidFill>
                  <a:srgbClr val="19264B"/>
                </a:solidFill>
              </a:rPr>
              <a:t>나머지 </a:t>
            </a:r>
            <a:r>
              <a:rPr lang="en-US" altLang="ko-KR" sz="1200" b="1">
                <a:solidFill>
                  <a:srgbClr val="19264B"/>
                </a:solidFill>
              </a:rPr>
              <a:t>150 </a:t>
            </a:r>
            <a:r>
              <a:rPr lang="ko-KR" altLang="en-US" sz="1200" b="1">
                <a:solidFill>
                  <a:srgbClr val="19264B"/>
                </a:solidFill>
              </a:rPr>
              <a:t>nm 고정</a:t>
            </a:r>
            <a:r>
              <a:rPr lang="en-US" altLang="ko-KR" sz="1200" b="1">
                <a:solidFill>
                  <a:srgbClr val="19264B"/>
                </a:solidFill>
              </a:rPr>
              <a:t>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layer_1 = 50 nm</c:v>
                </c:pt>
              </c:strCache>
            </c:strRef>
          </c:tx>
          <c:spPr>
            <a:ln w="22225">
              <a:solidFill>
                <a:srgbClr val="19264B"/>
              </a:solidFill>
            </a:ln>
          </c:spPr>
          <c:marker>
            <c:symbol val="none"/>
          </c:marker>
          <c:cat>
            <c:strRef>
              <c:f>Sheet1!$A$2:$A$227</c:f>
              <c:strCache>
                <c:ptCount val="22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</c:strCache>
            </c:strRef>
          </c:cat>
          <c:val>
            <c:numRef>
              <c:f>Sheet1!$B$2:$B$227</c:f>
              <c:numCache>
                <c:formatCode>General</c:formatCode>
                <c:ptCount val="226"/>
                <c:pt idx="0">
                  <c:v>0.55331699999999995</c:v>
                </c:pt>
                <c:pt idx="1">
                  <c:v>0.52449670000000004</c:v>
                </c:pt>
                <c:pt idx="2">
                  <c:v>0.52388895000000002</c:v>
                </c:pt>
                <c:pt idx="3">
                  <c:v>0.51057260000000004</c:v>
                </c:pt>
                <c:pt idx="4">
                  <c:v>0.47105616</c:v>
                </c:pt>
                <c:pt idx="5">
                  <c:v>0.46370866999999999</c:v>
                </c:pt>
                <c:pt idx="6">
                  <c:v>0.42620200000000003</c:v>
                </c:pt>
                <c:pt idx="7">
                  <c:v>0.39456508000000001</c:v>
                </c:pt>
                <c:pt idx="8">
                  <c:v>0.39483422000000001</c:v>
                </c:pt>
                <c:pt idx="9">
                  <c:v>0.34337099999999998</c:v>
                </c:pt>
                <c:pt idx="10">
                  <c:v>0.32745410000000003</c:v>
                </c:pt>
                <c:pt idx="11">
                  <c:v>0.27847149999999998</c:v>
                </c:pt>
                <c:pt idx="12">
                  <c:v>0.24259434999999999</c:v>
                </c:pt>
                <c:pt idx="13">
                  <c:v>0.21221358000000001</c:v>
                </c:pt>
                <c:pt idx="14">
                  <c:v>0.18172753999999999</c:v>
                </c:pt>
                <c:pt idx="15">
                  <c:v>0.15554966000000001</c:v>
                </c:pt>
                <c:pt idx="16">
                  <c:v>0.119309634</c:v>
                </c:pt>
                <c:pt idx="17">
                  <c:v>8.8711849999999995E-2</c:v>
                </c:pt>
                <c:pt idx="18">
                  <c:v>4.2495770000000002E-2</c:v>
                </c:pt>
                <c:pt idx="19">
                  <c:v>3.2092490000000001E-2</c:v>
                </c:pt>
                <c:pt idx="20">
                  <c:v>1.9122693999999999E-2</c:v>
                </c:pt>
                <c:pt idx="21">
                  <c:v>-3.4954032999999999E-3</c:v>
                </c:pt>
                <c:pt idx="22">
                  <c:v>-1.792538E-3</c:v>
                </c:pt>
                <c:pt idx="23">
                  <c:v>-7.4444050000000003E-3</c:v>
                </c:pt>
                <c:pt idx="24">
                  <c:v>1.6266032999999999E-2</c:v>
                </c:pt>
                <c:pt idx="25">
                  <c:v>4.3531563000000002E-2</c:v>
                </c:pt>
                <c:pt idx="26">
                  <c:v>7.5441859999999999E-2</c:v>
                </c:pt>
                <c:pt idx="27">
                  <c:v>7.8552179999999999E-2</c:v>
                </c:pt>
                <c:pt idx="28">
                  <c:v>0.12797623999999999</c:v>
                </c:pt>
                <c:pt idx="29">
                  <c:v>0.15888125</c:v>
                </c:pt>
                <c:pt idx="30">
                  <c:v>0.19567752999999999</c:v>
                </c:pt>
                <c:pt idx="31">
                  <c:v>0.22031270999999999</c:v>
                </c:pt>
                <c:pt idx="32">
                  <c:v>0.25867757000000002</c:v>
                </c:pt>
                <c:pt idx="33">
                  <c:v>0.30702036999999999</c:v>
                </c:pt>
                <c:pt idx="34">
                  <c:v>0.32329896000000002</c:v>
                </c:pt>
                <c:pt idx="35">
                  <c:v>0.37289443999999999</c:v>
                </c:pt>
                <c:pt idx="36">
                  <c:v>0.38326265999999998</c:v>
                </c:pt>
                <c:pt idx="37">
                  <c:v>0.41681584999999999</c:v>
                </c:pt>
                <c:pt idx="38">
                  <c:v>0.44785481999999999</c:v>
                </c:pt>
                <c:pt idx="39">
                  <c:v>0.47876289999999999</c:v>
                </c:pt>
                <c:pt idx="40">
                  <c:v>0.48051152000000003</c:v>
                </c:pt>
                <c:pt idx="41">
                  <c:v>0.51552699999999996</c:v>
                </c:pt>
                <c:pt idx="42">
                  <c:v>0.52429590000000004</c:v>
                </c:pt>
                <c:pt idx="43">
                  <c:v>0.54625029999999997</c:v>
                </c:pt>
                <c:pt idx="44">
                  <c:v>0.54919945999999997</c:v>
                </c:pt>
                <c:pt idx="45">
                  <c:v>0.57726160000000004</c:v>
                </c:pt>
                <c:pt idx="46">
                  <c:v>0.56987195999999996</c:v>
                </c:pt>
                <c:pt idx="47">
                  <c:v>0.58089685000000002</c:v>
                </c:pt>
                <c:pt idx="48">
                  <c:v>0.58798735999999996</c:v>
                </c:pt>
                <c:pt idx="49">
                  <c:v>0.59570520000000005</c:v>
                </c:pt>
                <c:pt idx="50">
                  <c:v>0.60097279999999997</c:v>
                </c:pt>
                <c:pt idx="51">
                  <c:v>0.61182296000000003</c:v>
                </c:pt>
                <c:pt idx="52">
                  <c:v>0.59003687000000005</c:v>
                </c:pt>
                <c:pt idx="53">
                  <c:v>0.61722213000000004</c:v>
                </c:pt>
                <c:pt idx="54">
                  <c:v>0.60650590000000004</c:v>
                </c:pt>
                <c:pt idx="55">
                  <c:v>0.61114234000000001</c:v>
                </c:pt>
                <c:pt idx="56">
                  <c:v>0.58746385999999995</c:v>
                </c:pt>
                <c:pt idx="57">
                  <c:v>0.59719630000000001</c:v>
                </c:pt>
                <c:pt idx="58">
                  <c:v>0.58308320000000002</c:v>
                </c:pt>
                <c:pt idx="59">
                  <c:v>0.57455915000000002</c:v>
                </c:pt>
                <c:pt idx="60">
                  <c:v>0.56943184000000002</c:v>
                </c:pt>
                <c:pt idx="61">
                  <c:v>0.57005393999999998</c:v>
                </c:pt>
                <c:pt idx="62">
                  <c:v>0.56189809999999996</c:v>
                </c:pt>
                <c:pt idx="63">
                  <c:v>0.53969944000000003</c:v>
                </c:pt>
                <c:pt idx="64">
                  <c:v>0.50753795999999995</c:v>
                </c:pt>
                <c:pt idx="65">
                  <c:v>0.49692807</c:v>
                </c:pt>
                <c:pt idx="66">
                  <c:v>0.48530491999999997</c:v>
                </c:pt>
                <c:pt idx="67">
                  <c:v>0.45318285000000003</c:v>
                </c:pt>
                <c:pt idx="68">
                  <c:v>0.45060378000000001</c:v>
                </c:pt>
                <c:pt idx="69">
                  <c:v>0.4003796</c:v>
                </c:pt>
                <c:pt idx="70">
                  <c:v>0.37350603999999998</c:v>
                </c:pt>
                <c:pt idx="71">
                  <c:v>0.34642148</c:v>
                </c:pt>
                <c:pt idx="72">
                  <c:v>0.33993253000000001</c:v>
                </c:pt>
                <c:pt idx="73">
                  <c:v>0.30477759999999998</c:v>
                </c:pt>
                <c:pt idx="74">
                  <c:v>0.24294726999999999</c:v>
                </c:pt>
                <c:pt idx="75">
                  <c:v>0.21554448000000001</c:v>
                </c:pt>
                <c:pt idx="76">
                  <c:v>0.19369175999999999</c:v>
                </c:pt>
                <c:pt idx="77">
                  <c:v>0.16394866999999999</c:v>
                </c:pt>
                <c:pt idx="78">
                  <c:v>0.11183037999999999</c:v>
                </c:pt>
                <c:pt idx="79">
                  <c:v>7.1037020000000006E-2</c:v>
                </c:pt>
                <c:pt idx="80">
                  <c:v>6.6098390000000007E-2</c:v>
                </c:pt>
                <c:pt idx="81">
                  <c:v>4.444555E-2</c:v>
                </c:pt>
                <c:pt idx="82">
                  <c:v>9.5024819999999996E-3</c:v>
                </c:pt>
                <c:pt idx="83">
                  <c:v>1.4013762000000001E-2</c:v>
                </c:pt>
                <c:pt idx="84">
                  <c:v>-9.9581389999999995E-3</c:v>
                </c:pt>
                <c:pt idx="85">
                  <c:v>-2.0491864999999999E-3</c:v>
                </c:pt>
                <c:pt idx="86">
                  <c:v>2.1483797999999998E-2</c:v>
                </c:pt>
                <c:pt idx="87">
                  <c:v>3.3220637999999997E-2</c:v>
                </c:pt>
                <c:pt idx="88">
                  <c:v>5.571839E-2</c:v>
                </c:pt>
                <c:pt idx="89">
                  <c:v>9.0180725000000003E-2</c:v>
                </c:pt>
                <c:pt idx="90">
                  <c:v>0.10926224</c:v>
                </c:pt>
                <c:pt idx="91">
                  <c:v>0.1428693</c:v>
                </c:pt>
                <c:pt idx="92">
                  <c:v>0.16139640999999999</c:v>
                </c:pt>
                <c:pt idx="93">
                  <c:v>0.19719009000000001</c:v>
                </c:pt>
                <c:pt idx="94">
                  <c:v>0.23500402000000001</c:v>
                </c:pt>
                <c:pt idx="95">
                  <c:v>0.26592421999999999</c:v>
                </c:pt>
                <c:pt idx="96">
                  <c:v>0.28297082000000001</c:v>
                </c:pt>
                <c:pt idx="97">
                  <c:v>0.31224807999999998</c:v>
                </c:pt>
                <c:pt idx="98">
                  <c:v>0.31788467999999998</c:v>
                </c:pt>
                <c:pt idx="99">
                  <c:v>0.33862826000000001</c:v>
                </c:pt>
                <c:pt idx="100">
                  <c:v>0.35881160000000001</c:v>
                </c:pt>
                <c:pt idx="101">
                  <c:v>0.39084643000000002</c:v>
                </c:pt>
                <c:pt idx="102">
                  <c:v>0.39168124999999998</c:v>
                </c:pt>
                <c:pt idx="103">
                  <c:v>0.39925074999999999</c:v>
                </c:pt>
                <c:pt idx="104">
                  <c:v>0.41481715000000002</c:v>
                </c:pt>
                <c:pt idx="105">
                  <c:v>0.44588660000000002</c:v>
                </c:pt>
                <c:pt idx="106">
                  <c:v>0.43559963000000002</c:v>
                </c:pt>
                <c:pt idx="107">
                  <c:v>0.43116349999999998</c:v>
                </c:pt>
                <c:pt idx="108">
                  <c:v>0.44316085999999999</c:v>
                </c:pt>
                <c:pt idx="109">
                  <c:v>0.44073600000000002</c:v>
                </c:pt>
                <c:pt idx="110">
                  <c:v>0.44044285999999999</c:v>
                </c:pt>
                <c:pt idx="111">
                  <c:v>0.43459678000000002</c:v>
                </c:pt>
                <c:pt idx="112">
                  <c:v>0.43743243999999998</c:v>
                </c:pt>
                <c:pt idx="113">
                  <c:v>0.40610677000000001</c:v>
                </c:pt>
                <c:pt idx="114">
                  <c:v>0.39238927000000001</c:v>
                </c:pt>
                <c:pt idx="115">
                  <c:v>0.39729186999999999</c:v>
                </c:pt>
                <c:pt idx="116">
                  <c:v>0.37094596000000002</c:v>
                </c:pt>
                <c:pt idx="117">
                  <c:v>0.35594055000000002</c:v>
                </c:pt>
                <c:pt idx="118">
                  <c:v>0.34184772000000002</c:v>
                </c:pt>
                <c:pt idx="119">
                  <c:v>0.32103914</c:v>
                </c:pt>
                <c:pt idx="120">
                  <c:v>0.29036405999999998</c:v>
                </c:pt>
                <c:pt idx="121">
                  <c:v>0.25331799999999999</c:v>
                </c:pt>
                <c:pt idx="122">
                  <c:v>0.20749255999999999</c:v>
                </c:pt>
                <c:pt idx="123">
                  <c:v>0.1960818</c:v>
                </c:pt>
                <c:pt idx="124">
                  <c:v>0.15117046000000001</c:v>
                </c:pt>
                <c:pt idx="125">
                  <c:v>0.13009772999999999</c:v>
                </c:pt>
                <c:pt idx="126">
                  <c:v>8.1609050000000002E-2</c:v>
                </c:pt>
                <c:pt idx="127">
                  <c:v>5.5939983999999998E-2</c:v>
                </c:pt>
                <c:pt idx="128">
                  <c:v>3.2611336999999997E-2</c:v>
                </c:pt>
                <c:pt idx="129">
                  <c:v>1.4687673E-2</c:v>
                </c:pt>
                <c:pt idx="130">
                  <c:v>1.7029256999999999E-2</c:v>
                </c:pt>
                <c:pt idx="131">
                  <c:v>3.0280536E-2</c:v>
                </c:pt>
                <c:pt idx="132">
                  <c:v>6.3220819999999997E-2</c:v>
                </c:pt>
                <c:pt idx="133">
                  <c:v>8.5726960000000005E-2</c:v>
                </c:pt>
                <c:pt idx="134">
                  <c:v>0.14927176</c:v>
                </c:pt>
                <c:pt idx="135">
                  <c:v>0.18857487000000001</c:v>
                </c:pt>
                <c:pt idx="136">
                  <c:v>0.24667992999999999</c:v>
                </c:pt>
                <c:pt idx="137">
                  <c:v>0.32166391999999999</c:v>
                </c:pt>
                <c:pt idx="138">
                  <c:v>0.37317990000000001</c:v>
                </c:pt>
                <c:pt idx="139">
                  <c:v>0.40963729999999998</c:v>
                </c:pt>
                <c:pt idx="140">
                  <c:v>0.48235536000000001</c:v>
                </c:pt>
                <c:pt idx="141">
                  <c:v>0.51373374000000005</c:v>
                </c:pt>
                <c:pt idx="142">
                  <c:v>0.55738730000000003</c:v>
                </c:pt>
                <c:pt idx="143">
                  <c:v>0.61651719999999999</c:v>
                </c:pt>
                <c:pt idx="144">
                  <c:v>0.65024793000000003</c:v>
                </c:pt>
                <c:pt idx="145">
                  <c:v>0.67570240000000004</c:v>
                </c:pt>
                <c:pt idx="146">
                  <c:v>0.69564700000000002</c:v>
                </c:pt>
                <c:pt idx="147">
                  <c:v>0.70647450000000001</c:v>
                </c:pt>
                <c:pt idx="148">
                  <c:v>0.74232905999999999</c:v>
                </c:pt>
                <c:pt idx="149">
                  <c:v>0.76528459999999998</c:v>
                </c:pt>
                <c:pt idx="150">
                  <c:v>0.77862144</c:v>
                </c:pt>
                <c:pt idx="151">
                  <c:v>0.76551884000000003</c:v>
                </c:pt>
                <c:pt idx="152">
                  <c:v>0.78960629999999998</c:v>
                </c:pt>
                <c:pt idx="153">
                  <c:v>0.81068974999999999</c:v>
                </c:pt>
                <c:pt idx="154">
                  <c:v>0.79751945000000002</c:v>
                </c:pt>
                <c:pt idx="155">
                  <c:v>0.80372065000000004</c:v>
                </c:pt>
                <c:pt idx="156">
                  <c:v>0.79871709999999996</c:v>
                </c:pt>
                <c:pt idx="157">
                  <c:v>0.80282604999999996</c:v>
                </c:pt>
                <c:pt idx="158">
                  <c:v>0.82614989999999999</c:v>
                </c:pt>
                <c:pt idx="159">
                  <c:v>0.80518420000000002</c:v>
                </c:pt>
                <c:pt idx="160">
                  <c:v>0.82486444999999997</c:v>
                </c:pt>
                <c:pt idx="161">
                  <c:v>0.81527780000000005</c:v>
                </c:pt>
                <c:pt idx="162">
                  <c:v>0.81153845999999996</c:v>
                </c:pt>
                <c:pt idx="163">
                  <c:v>0.80836300000000005</c:v>
                </c:pt>
                <c:pt idx="164">
                  <c:v>0.79596286999999999</c:v>
                </c:pt>
                <c:pt idx="165">
                  <c:v>0.80636220000000003</c:v>
                </c:pt>
                <c:pt idx="166">
                  <c:v>0.80763689999999999</c:v>
                </c:pt>
                <c:pt idx="167">
                  <c:v>0.78824543999999996</c:v>
                </c:pt>
                <c:pt idx="168">
                  <c:v>0.7795531</c:v>
                </c:pt>
                <c:pt idx="169">
                  <c:v>0.77991944999999996</c:v>
                </c:pt>
                <c:pt idx="170">
                  <c:v>0.78042655999999999</c:v>
                </c:pt>
                <c:pt idx="171">
                  <c:v>0.77507733999999995</c:v>
                </c:pt>
                <c:pt idx="172">
                  <c:v>0.74294289999999996</c:v>
                </c:pt>
                <c:pt idx="173">
                  <c:v>0.72755789999999998</c:v>
                </c:pt>
                <c:pt idx="174">
                  <c:v>0.72578377000000005</c:v>
                </c:pt>
                <c:pt idx="175">
                  <c:v>0.68645734000000003</c:v>
                </c:pt>
                <c:pt idx="176">
                  <c:v>0.68430036000000005</c:v>
                </c:pt>
                <c:pt idx="177">
                  <c:v>0.64752529999999997</c:v>
                </c:pt>
                <c:pt idx="178">
                  <c:v>0.62439</c:v>
                </c:pt>
                <c:pt idx="179">
                  <c:v>0.59787000000000001</c:v>
                </c:pt>
                <c:pt idx="180">
                  <c:v>0.53597229999999996</c:v>
                </c:pt>
                <c:pt idx="181">
                  <c:v>0.51159805000000003</c:v>
                </c:pt>
                <c:pt idx="182">
                  <c:v>0.44887867999999997</c:v>
                </c:pt>
                <c:pt idx="183">
                  <c:v>0.40615869999999998</c:v>
                </c:pt>
                <c:pt idx="184">
                  <c:v>0.33001630999999998</c:v>
                </c:pt>
                <c:pt idx="185">
                  <c:v>0.26121125000000001</c:v>
                </c:pt>
                <c:pt idx="186">
                  <c:v>0.20846373000000001</c:v>
                </c:pt>
                <c:pt idx="187">
                  <c:v>0.14536752999999999</c:v>
                </c:pt>
                <c:pt idx="188">
                  <c:v>0.12567554</c:v>
                </c:pt>
                <c:pt idx="189">
                  <c:v>9.7274764999999999E-2</c:v>
                </c:pt>
                <c:pt idx="190">
                  <c:v>9.1709029999999997E-2</c:v>
                </c:pt>
                <c:pt idx="191">
                  <c:v>0.1203873</c:v>
                </c:pt>
                <c:pt idx="192">
                  <c:v>0.13227157</c:v>
                </c:pt>
                <c:pt idx="193">
                  <c:v>0.19548995999999999</c:v>
                </c:pt>
                <c:pt idx="194">
                  <c:v>0.25423983</c:v>
                </c:pt>
                <c:pt idx="195">
                  <c:v>0.33528711999999999</c:v>
                </c:pt>
                <c:pt idx="196">
                  <c:v>0.38800647999999999</c:v>
                </c:pt>
                <c:pt idx="197">
                  <c:v>0.44133391999999999</c:v>
                </c:pt>
                <c:pt idx="198">
                  <c:v>0.51251553999999999</c:v>
                </c:pt>
                <c:pt idx="199">
                  <c:v>0.54233290000000001</c:v>
                </c:pt>
                <c:pt idx="200">
                  <c:v>0.60355084999999997</c:v>
                </c:pt>
                <c:pt idx="201">
                  <c:v>0.6310192</c:v>
                </c:pt>
                <c:pt idx="202">
                  <c:v>0.66876643999999996</c:v>
                </c:pt>
                <c:pt idx="203">
                  <c:v>0.68775869999999995</c:v>
                </c:pt>
                <c:pt idx="204">
                  <c:v>0.7228443</c:v>
                </c:pt>
                <c:pt idx="205">
                  <c:v>0.74643899999999996</c:v>
                </c:pt>
                <c:pt idx="206">
                  <c:v>0.77481425000000004</c:v>
                </c:pt>
                <c:pt idx="207">
                  <c:v>0.77467406000000005</c:v>
                </c:pt>
                <c:pt idx="208">
                  <c:v>0.79718250000000002</c:v>
                </c:pt>
                <c:pt idx="209">
                  <c:v>0.81172469999999997</c:v>
                </c:pt>
                <c:pt idx="210">
                  <c:v>0.81180430000000003</c:v>
                </c:pt>
                <c:pt idx="211">
                  <c:v>0.81399860000000002</c:v>
                </c:pt>
                <c:pt idx="212">
                  <c:v>0.83168489999999995</c:v>
                </c:pt>
                <c:pt idx="213">
                  <c:v>0.84933219999999998</c:v>
                </c:pt>
                <c:pt idx="214">
                  <c:v>0.82953125000000005</c:v>
                </c:pt>
                <c:pt idx="215">
                  <c:v>0.84240406999999995</c:v>
                </c:pt>
                <c:pt idx="216">
                  <c:v>0.85221725999999998</c:v>
                </c:pt>
                <c:pt idx="217">
                  <c:v>0.86101097000000004</c:v>
                </c:pt>
                <c:pt idx="218">
                  <c:v>0.86763464999999995</c:v>
                </c:pt>
                <c:pt idx="219">
                  <c:v>0.85584884999999999</c:v>
                </c:pt>
                <c:pt idx="220">
                  <c:v>0.86527270000000001</c:v>
                </c:pt>
                <c:pt idx="221">
                  <c:v>0.84881364999999998</c:v>
                </c:pt>
                <c:pt idx="222">
                  <c:v>0.87075639999999999</c:v>
                </c:pt>
                <c:pt idx="223">
                  <c:v>0.85905379999999998</c:v>
                </c:pt>
                <c:pt idx="224">
                  <c:v>0.8600101</c:v>
                </c:pt>
                <c:pt idx="225">
                  <c:v>0.8520778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7B0-4B08-97C0-F615BD4850F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layer_1 = 150 nm</c:v>
                </c:pt>
              </c:strCache>
            </c:strRef>
          </c:tx>
          <c:spPr>
            <a:ln w="22225">
              <a:solidFill>
                <a:srgbClr val="3F7CD6"/>
              </a:solidFill>
            </a:ln>
          </c:spPr>
          <c:marker>
            <c:symbol val="none"/>
          </c:marker>
          <c:cat>
            <c:strRef>
              <c:f>Sheet1!$A$2:$A$227</c:f>
              <c:strCache>
                <c:ptCount val="22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</c:strCache>
            </c:strRef>
          </c:cat>
          <c:val>
            <c:numRef>
              <c:f>Sheet1!$C$2:$C$227</c:f>
              <c:numCache>
                <c:formatCode>General</c:formatCode>
                <c:ptCount val="226"/>
                <c:pt idx="0">
                  <c:v>6.6163059999999996E-2</c:v>
                </c:pt>
                <c:pt idx="1">
                  <c:v>5.7311243999999997E-2</c:v>
                </c:pt>
                <c:pt idx="2">
                  <c:v>3.1903951999999999E-2</c:v>
                </c:pt>
                <c:pt idx="3">
                  <c:v>5.0368834000000001E-2</c:v>
                </c:pt>
                <c:pt idx="4">
                  <c:v>5.9285062999999999E-2</c:v>
                </c:pt>
                <c:pt idx="5">
                  <c:v>7.1444640000000004E-2</c:v>
                </c:pt>
                <c:pt idx="6">
                  <c:v>8.8926089999999999E-2</c:v>
                </c:pt>
                <c:pt idx="7">
                  <c:v>0.118479</c:v>
                </c:pt>
                <c:pt idx="8">
                  <c:v>0.14348847000000001</c:v>
                </c:pt>
                <c:pt idx="9">
                  <c:v>0.15578186999999999</c:v>
                </c:pt>
                <c:pt idx="10">
                  <c:v>0.18991362000000001</c:v>
                </c:pt>
                <c:pt idx="11">
                  <c:v>0.21970097999999999</c:v>
                </c:pt>
                <c:pt idx="12">
                  <c:v>0.22772000000000001</c:v>
                </c:pt>
                <c:pt idx="13">
                  <c:v>0.23924524</c:v>
                </c:pt>
                <c:pt idx="14">
                  <c:v>0.28027439999999998</c:v>
                </c:pt>
                <c:pt idx="15">
                  <c:v>0.29803202000000001</c:v>
                </c:pt>
                <c:pt idx="16">
                  <c:v>0.29169497</c:v>
                </c:pt>
                <c:pt idx="17">
                  <c:v>0.31115644999999997</c:v>
                </c:pt>
                <c:pt idx="18">
                  <c:v>0.32528531999999999</c:v>
                </c:pt>
                <c:pt idx="19">
                  <c:v>0.33905780000000002</c:v>
                </c:pt>
                <c:pt idx="20">
                  <c:v>0.34529132000000001</c:v>
                </c:pt>
                <c:pt idx="21">
                  <c:v>0.35919635999999999</c:v>
                </c:pt>
                <c:pt idx="22">
                  <c:v>0.35382580000000002</c:v>
                </c:pt>
                <c:pt idx="23">
                  <c:v>0.34905641999999998</c:v>
                </c:pt>
                <c:pt idx="24">
                  <c:v>0.34022370000000002</c:v>
                </c:pt>
                <c:pt idx="25">
                  <c:v>0.32340950000000002</c:v>
                </c:pt>
                <c:pt idx="26">
                  <c:v>0.33486379999999999</c:v>
                </c:pt>
                <c:pt idx="27">
                  <c:v>0.29851633</c:v>
                </c:pt>
                <c:pt idx="28">
                  <c:v>0.28700789999999998</c:v>
                </c:pt>
                <c:pt idx="29">
                  <c:v>0.26537432999999999</c:v>
                </c:pt>
                <c:pt idx="30">
                  <c:v>0.26070369999999998</c:v>
                </c:pt>
                <c:pt idx="31">
                  <c:v>0.22767834000000001</c:v>
                </c:pt>
                <c:pt idx="32">
                  <c:v>0.21522949999999999</c:v>
                </c:pt>
                <c:pt idx="33">
                  <c:v>0.21179181</c:v>
                </c:pt>
                <c:pt idx="34">
                  <c:v>0.18335754000000001</c:v>
                </c:pt>
                <c:pt idx="35">
                  <c:v>0.16993183000000001</c:v>
                </c:pt>
                <c:pt idx="36">
                  <c:v>0.14974557999999999</c:v>
                </c:pt>
                <c:pt idx="37">
                  <c:v>0.11795704999999999</c:v>
                </c:pt>
                <c:pt idx="38">
                  <c:v>9.2282526000000004E-2</c:v>
                </c:pt>
                <c:pt idx="39">
                  <c:v>0.10022968</c:v>
                </c:pt>
                <c:pt idx="40">
                  <c:v>7.6349700000000006E-2</c:v>
                </c:pt>
                <c:pt idx="41">
                  <c:v>9.0279709999999999E-2</c:v>
                </c:pt>
                <c:pt idx="42">
                  <c:v>8.4603170000000005E-2</c:v>
                </c:pt>
                <c:pt idx="43">
                  <c:v>9.5346520000000004E-2</c:v>
                </c:pt>
                <c:pt idx="44">
                  <c:v>0.12101276</c:v>
                </c:pt>
                <c:pt idx="45">
                  <c:v>0.13419265</c:v>
                </c:pt>
                <c:pt idx="46">
                  <c:v>0.16872029999999999</c:v>
                </c:pt>
                <c:pt idx="47">
                  <c:v>0.20437188000000001</c:v>
                </c:pt>
                <c:pt idx="48">
                  <c:v>0.20845290999999999</c:v>
                </c:pt>
                <c:pt idx="49">
                  <c:v>0.24457767999999999</c:v>
                </c:pt>
                <c:pt idx="50">
                  <c:v>0.27106934999999999</c:v>
                </c:pt>
                <c:pt idx="51">
                  <c:v>0.31434990000000002</c:v>
                </c:pt>
                <c:pt idx="52">
                  <c:v>0.33301227999999999</c:v>
                </c:pt>
                <c:pt idx="53">
                  <c:v>0.36534134000000001</c:v>
                </c:pt>
                <c:pt idx="54">
                  <c:v>0.37465087000000002</c:v>
                </c:pt>
                <c:pt idx="55">
                  <c:v>0.40403243999999999</c:v>
                </c:pt>
                <c:pt idx="56">
                  <c:v>0.43685147000000002</c:v>
                </c:pt>
                <c:pt idx="57">
                  <c:v>0.43921164000000001</c:v>
                </c:pt>
                <c:pt idx="58">
                  <c:v>0.460206</c:v>
                </c:pt>
                <c:pt idx="59">
                  <c:v>0.47417854999999998</c:v>
                </c:pt>
                <c:pt idx="60">
                  <c:v>0.50210529999999998</c:v>
                </c:pt>
                <c:pt idx="61">
                  <c:v>0.50603275999999997</c:v>
                </c:pt>
                <c:pt idx="62">
                  <c:v>0.50210809999999995</c:v>
                </c:pt>
                <c:pt idx="63">
                  <c:v>0.51992680000000002</c:v>
                </c:pt>
                <c:pt idx="64">
                  <c:v>0.51140785</c:v>
                </c:pt>
                <c:pt idx="65">
                  <c:v>0.52756429999999999</c:v>
                </c:pt>
                <c:pt idx="66">
                  <c:v>0.51151659999999999</c:v>
                </c:pt>
                <c:pt idx="67">
                  <c:v>0.53007289999999996</c:v>
                </c:pt>
                <c:pt idx="68">
                  <c:v>0.51191799999999998</c:v>
                </c:pt>
                <c:pt idx="69">
                  <c:v>0.50545689999999999</c:v>
                </c:pt>
                <c:pt idx="70">
                  <c:v>0.48056024000000003</c:v>
                </c:pt>
                <c:pt idx="71">
                  <c:v>0.48664078</c:v>
                </c:pt>
                <c:pt idx="72">
                  <c:v>0.47475377000000002</c:v>
                </c:pt>
                <c:pt idx="73">
                  <c:v>0.43843332000000002</c:v>
                </c:pt>
                <c:pt idx="74">
                  <c:v>0.43492160000000002</c:v>
                </c:pt>
                <c:pt idx="75">
                  <c:v>0.42220162999999999</c:v>
                </c:pt>
                <c:pt idx="76">
                  <c:v>0.37817307999999999</c:v>
                </c:pt>
                <c:pt idx="77">
                  <c:v>0.34306399999999998</c:v>
                </c:pt>
                <c:pt idx="78">
                  <c:v>0.33175662</c:v>
                </c:pt>
                <c:pt idx="79">
                  <c:v>0.29772054999999997</c:v>
                </c:pt>
                <c:pt idx="80">
                  <c:v>0.2440457</c:v>
                </c:pt>
                <c:pt idx="81">
                  <c:v>0.2089743</c:v>
                </c:pt>
                <c:pt idx="82">
                  <c:v>0.18185307000000001</c:v>
                </c:pt>
                <c:pt idx="83">
                  <c:v>0.14304497999999999</c:v>
                </c:pt>
                <c:pt idx="84">
                  <c:v>0.11902397000000001</c:v>
                </c:pt>
                <c:pt idx="85">
                  <c:v>7.4028179999999999E-2</c:v>
                </c:pt>
                <c:pt idx="86">
                  <c:v>3.8392080000000002E-2</c:v>
                </c:pt>
                <c:pt idx="87">
                  <c:v>1.6238550000000001E-2</c:v>
                </c:pt>
                <c:pt idx="88">
                  <c:v>1.0345004E-2</c:v>
                </c:pt>
                <c:pt idx="89">
                  <c:v>-9.3653069999999998E-3</c:v>
                </c:pt>
                <c:pt idx="90">
                  <c:v>4.0135053000000002E-3</c:v>
                </c:pt>
                <c:pt idx="91">
                  <c:v>8.0004510000000004E-3</c:v>
                </c:pt>
                <c:pt idx="92">
                  <c:v>3.1091355000000001E-2</c:v>
                </c:pt>
                <c:pt idx="93">
                  <c:v>5.7806533E-2</c:v>
                </c:pt>
                <c:pt idx="94">
                  <c:v>8.9218035000000001E-2</c:v>
                </c:pt>
                <c:pt idx="95">
                  <c:v>0.12825212999999999</c:v>
                </c:pt>
                <c:pt idx="96">
                  <c:v>0.16944622000000001</c:v>
                </c:pt>
                <c:pt idx="97">
                  <c:v>0.19171028000000001</c:v>
                </c:pt>
                <c:pt idx="98">
                  <c:v>0.23526834999999999</c:v>
                </c:pt>
                <c:pt idx="99">
                  <c:v>0.27953466999999999</c:v>
                </c:pt>
                <c:pt idx="100">
                  <c:v>0.29787269999999999</c:v>
                </c:pt>
                <c:pt idx="101">
                  <c:v>0.33671877</c:v>
                </c:pt>
                <c:pt idx="102">
                  <c:v>0.34325299999999997</c:v>
                </c:pt>
                <c:pt idx="103">
                  <c:v>0.38447927999999998</c:v>
                </c:pt>
                <c:pt idx="104">
                  <c:v>0.39882338000000001</c:v>
                </c:pt>
                <c:pt idx="105">
                  <c:v>0.41826787999999998</c:v>
                </c:pt>
                <c:pt idx="106">
                  <c:v>0.43507396999999998</c:v>
                </c:pt>
                <c:pt idx="107">
                  <c:v>0.43298273999999998</c:v>
                </c:pt>
                <c:pt idx="108">
                  <c:v>0.42622310000000002</c:v>
                </c:pt>
                <c:pt idx="109">
                  <c:v>0.45803976000000002</c:v>
                </c:pt>
                <c:pt idx="110">
                  <c:v>0.43860894</c:v>
                </c:pt>
                <c:pt idx="111">
                  <c:v>0.43711495</c:v>
                </c:pt>
                <c:pt idx="112">
                  <c:v>0.44488713000000002</c:v>
                </c:pt>
                <c:pt idx="113">
                  <c:v>0.42406359999999999</c:v>
                </c:pt>
                <c:pt idx="114">
                  <c:v>0.40722275000000002</c:v>
                </c:pt>
                <c:pt idx="115">
                  <c:v>0.38840604000000001</c:v>
                </c:pt>
                <c:pt idx="116">
                  <c:v>0.37083569999999999</c:v>
                </c:pt>
                <c:pt idx="117">
                  <c:v>0.35816700000000001</c:v>
                </c:pt>
                <c:pt idx="118">
                  <c:v>0.33602490000000002</c:v>
                </c:pt>
                <c:pt idx="119">
                  <c:v>0.30493622999999997</c:v>
                </c:pt>
                <c:pt idx="120">
                  <c:v>0.25104797000000001</c:v>
                </c:pt>
                <c:pt idx="121">
                  <c:v>0.21203955999999999</c:v>
                </c:pt>
                <c:pt idx="122">
                  <c:v>0.19993109000000001</c:v>
                </c:pt>
                <c:pt idx="123">
                  <c:v>0.14213714999999999</c:v>
                </c:pt>
                <c:pt idx="124">
                  <c:v>9.8636100000000004E-2</c:v>
                </c:pt>
                <c:pt idx="125">
                  <c:v>6.6562609999999994E-2</c:v>
                </c:pt>
                <c:pt idx="126">
                  <c:v>2.5499627E-2</c:v>
                </c:pt>
                <c:pt idx="127">
                  <c:v>2.3920218E-2</c:v>
                </c:pt>
                <c:pt idx="128">
                  <c:v>1.7717265999999999E-2</c:v>
                </c:pt>
                <c:pt idx="129">
                  <c:v>3.3600572000000002E-2</c:v>
                </c:pt>
                <c:pt idx="130">
                  <c:v>5.3454809999999998E-2</c:v>
                </c:pt>
                <c:pt idx="131">
                  <c:v>8.488105E-2</c:v>
                </c:pt>
                <c:pt idx="132">
                  <c:v>0.15303934</c:v>
                </c:pt>
                <c:pt idx="133">
                  <c:v>0.21262321000000001</c:v>
                </c:pt>
                <c:pt idx="134">
                  <c:v>0.25955576000000002</c:v>
                </c:pt>
                <c:pt idx="135">
                  <c:v>0.35473722000000002</c:v>
                </c:pt>
                <c:pt idx="136">
                  <c:v>0.39502162000000002</c:v>
                </c:pt>
                <c:pt idx="137">
                  <c:v>0.45874688000000002</c:v>
                </c:pt>
                <c:pt idx="138">
                  <c:v>0.52605164000000004</c:v>
                </c:pt>
                <c:pt idx="139">
                  <c:v>0.56721220000000006</c:v>
                </c:pt>
                <c:pt idx="140">
                  <c:v>0.59637589999999996</c:v>
                </c:pt>
                <c:pt idx="141">
                  <c:v>0.64754719999999999</c:v>
                </c:pt>
                <c:pt idx="142">
                  <c:v>0.66723580000000005</c:v>
                </c:pt>
                <c:pt idx="143">
                  <c:v>0.69779139999999995</c:v>
                </c:pt>
                <c:pt idx="144">
                  <c:v>0.72269170000000005</c:v>
                </c:pt>
                <c:pt idx="145">
                  <c:v>0.74473730000000005</c:v>
                </c:pt>
                <c:pt idx="146">
                  <c:v>0.76215224999999998</c:v>
                </c:pt>
                <c:pt idx="147">
                  <c:v>0.77166219999999996</c:v>
                </c:pt>
                <c:pt idx="148">
                  <c:v>0.76761170000000001</c:v>
                </c:pt>
                <c:pt idx="149">
                  <c:v>0.76802899999999996</c:v>
                </c:pt>
                <c:pt idx="150">
                  <c:v>0.78501356</c:v>
                </c:pt>
                <c:pt idx="151">
                  <c:v>0.77685490000000001</c:v>
                </c:pt>
                <c:pt idx="152">
                  <c:v>0.8032707</c:v>
                </c:pt>
                <c:pt idx="153">
                  <c:v>0.79797370000000001</c:v>
                </c:pt>
                <c:pt idx="154">
                  <c:v>0.77388597000000003</c:v>
                </c:pt>
                <c:pt idx="155">
                  <c:v>0.77744100000000005</c:v>
                </c:pt>
                <c:pt idx="156">
                  <c:v>0.77560519999999999</c:v>
                </c:pt>
                <c:pt idx="157">
                  <c:v>0.76406264000000002</c:v>
                </c:pt>
                <c:pt idx="158">
                  <c:v>0.7585307</c:v>
                </c:pt>
                <c:pt idx="159">
                  <c:v>0.74588319999999997</c:v>
                </c:pt>
                <c:pt idx="160">
                  <c:v>0.74185889999999999</c:v>
                </c:pt>
                <c:pt idx="161">
                  <c:v>0.74169004000000005</c:v>
                </c:pt>
                <c:pt idx="162">
                  <c:v>0.72135329999999998</c:v>
                </c:pt>
                <c:pt idx="163">
                  <c:v>0.69048080000000001</c:v>
                </c:pt>
                <c:pt idx="164">
                  <c:v>0.66508900000000004</c:v>
                </c:pt>
                <c:pt idx="165">
                  <c:v>0.64421349999999999</c:v>
                </c:pt>
                <c:pt idx="166">
                  <c:v>0.64457863999999998</c:v>
                </c:pt>
                <c:pt idx="167">
                  <c:v>0.61188894999999999</c:v>
                </c:pt>
                <c:pt idx="168">
                  <c:v>0.58216064999999995</c:v>
                </c:pt>
                <c:pt idx="169">
                  <c:v>0.52140089999999994</c:v>
                </c:pt>
                <c:pt idx="170">
                  <c:v>0.48968210000000001</c:v>
                </c:pt>
                <c:pt idx="171">
                  <c:v>0.46345059999999999</c:v>
                </c:pt>
                <c:pt idx="172">
                  <c:v>0.41888474999999997</c:v>
                </c:pt>
                <c:pt idx="173">
                  <c:v>0.37107407999999997</c:v>
                </c:pt>
                <c:pt idx="174">
                  <c:v>0.34454774999999999</c:v>
                </c:pt>
                <c:pt idx="175">
                  <c:v>0.33095269999999999</c:v>
                </c:pt>
                <c:pt idx="176">
                  <c:v>0.28992656</c:v>
                </c:pt>
                <c:pt idx="177">
                  <c:v>0.29298633000000002</c:v>
                </c:pt>
                <c:pt idx="178">
                  <c:v>0.31574249999999998</c:v>
                </c:pt>
                <c:pt idx="179">
                  <c:v>0.31918046</c:v>
                </c:pt>
                <c:pt idx="180">
                  <c:v>0.32381736999999999</c:v>
                </c:pt>
                <c:pt idx="181">
                  <c:v>0.351298</c:v>
                </c:pt>
                <c:pt idx="182">
                  <c:v>0.39265344000000002</c:v>
                </c:pt>
                <c:pt idx="183">
                  <c:v>0.41587809999999997</c:v>
                </c:pt>
                <c:pt idx="184">
                  <c:v>0.43727319999999997</c:v>
                </c:pt>
                <c:pt idx="185">
                  <c:v>0.47283384000000001</c:v>
                </c:pt>
                <c:pt idx="186">
                  <c:v>0.50810710000000003</c:v>
                </c:pt>
                <c:pt idx="187">
                  <c:v>0.52776250000000002</c:v>
                </c:pt>
                <c:pt idx="188">
                  <c:v>0.54387859999999999</c:v>
                </c:pt>
                <c:pt idx="189">
                  <c:v>0.55076740000000002</c:v>
                </c:pt>
                <c:pt idx="190">
                  <c:v>0.55723166000000002</c:v>
                </c:pt>
                <c:pt idx="191">
                  <c:v>0.57733416999999998</c:v>
                </c:pt>
                <c:pt idx="192">
                  <c:v>0.59481483999999996</c:v>
                </c:pt>
                <c:pt idx="193">
                  <c:v>0.58538270000000003</c:v>
                </c:pt>
                <c:pt idx="194">
                  <c:v>0.59298426000000004</c:v>
                </c:pt>
                <c:pt idx="195">
                  <c:v>0.60081404000000005</c:v>
                </c:pt>
                <c:pt idx="196">
                  <c:v>0.59107149999999997</c:v>
                </c:pt>
                <c:pt idx="197">
                  <c:v>0.59015960000000001</c:v>
                </c:pt>
                <c:pt idx="198">
                  <c:v>0.57693890000000003</c:v>
                </c:pt>
                <c:pt idx="199">
                  <c:v>0.54087079999999998</c:v>
                </c:pt>
                <c:pt idx="200">
                  <c:v>0.51872163999999998</c:v>
                </c:pt>
                <c:pt idx="201">
                  <c:v>0.50648020000000005</c:v>
                </c:pt>
                <c:pt idx="202">
                  <c:v>0.49219489999999999</c:v>
                </c:pt>
                <c:pt idx="203">
                  <c:v>0.47152153000000002</c:v>
                </c:pt>
                <c:pt idx="204">
                  <c:v>0.45019409999999999</c:v>
                </c:pt>
                <c:pt idx="205">
                  <c:v>0.40016871999999998</c:v>
                </c:pt>
                <c:pt idx="206">
                  <c:v>0.37445440000000002</c:v>
                </c:pt>
                <c:pt idx="207">
                  <c:v>0.35643764999999999</c:v>
                </c:pt>
                <c:pt idx="208">
                  <c:v>0.37728134000000002</c:v>
                </c:pt>
                <c:pt idx="209">
                  <c:v>0.36597162</c:v>
                </c:pt>
                <c:pt idx="210">
                  <c:v>0.38632146000000001</c:v>
                </c:pt>
                <c:pt idx="211">
                  <c:v>0.43514773000000001</c:v>
                </c:pt>
                <c:pt idx="212">
                  <c:v>0.47427645000000002</c:v>
                </c:pt>
                <c:pt idx="213">
                  <c:v>0.53340319999999997</c:v>
                </c:pt>
                <c:pt idx="214">
                  <c:v>0.56456052999999995</c:v>
                </c:pt>
                <c:pt idx="215">
                  <c:v>0.63389139999999999</c:v>
                </c:pt>
                <c:pt idx="216">
                  <c:v>0.66848092999999997</c:v>
                </c:pt>
                <c:pt idx="217">
                  <c:v>0.71566379999999996</c:v>
                </c:pt>
                <c:pt idx="218">
                  <c:v>0.75080453999999996</c:v>
                </c:pt>
                <c:pt idx="219">
                  <c:v>0.78202179999999999</c:v>
                </c:pt>
                <c:pt idx="220">
                  <c:v>0.78682830000000004</c:v>
                </c:pt>
                <c:pt idx="221">
                  <c:v>0.81549709999999997</c:v>
                </c:pt>
                <c:pt idx="222">
                  <c:v>0.82529470000000005</c:v>
                </c:pt>
                <c:pt idx="223">
                  <c:v>0.85285675999999999</c:v>
                </c:pt>
                <c:pt idx="224">
                  <c:v>0.85731550000000001</c:v>
                </c:pt>
                <c:pt idx="225">
                  <c:v>0.88481770000000004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7B0-4B08-97C0-F615BD4850F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layer_1 = 250 nm</c:v>
                </c:pt>
              </c:strCache>
            </c:strRef>
          </c:tx>
          <c:spPr>
            <a:ln w="22225">
              <a:solidFill>
                <a:srgbClr val="E07A2E"/>
              </a:solidFill>
            </a:ln>
          </c:spPr>
          <c:marker>
            <c:symbol val="none"/>
          </c:marker>
          <c:cat>
            <c:strRef>
              <c:f>Sheet1!$A$2:$A$227</c:f>
              <c:strCache>
                <c:ptCount val="22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</c:strCache>
            </c:strRef>
          </c:cat>
          <c:val>
            <c:numRef>
              <c:f>Sheet1!$D$2:$D$227</c:f>
              <c:numCache>
                <c:formatCode>General</c:formatCode>
                <c:ptCount val="226"/>
                <c:pt idx="0">
                  <c:v>0.53303427000000003</c:v>
                </c:pt>
                <c:pt idx="1">
                  <c:v>0.51681924000000001</c:v>
                </c:pt>
                <c:pt idx="2">
                  <c:v>0.51628160000000001</c:v>
                </c:pt>
                <c:pt idx="3">
                  <c:v>0.4850835</c:v>
                </c:pt>
                <c:pt idx="4">
                  <c:v>0.48269233</c:v>
                </c:pt>
                <c:pt idx="5">
                  <c:v>0.44487724000000001</c:v>
                </c:pt>
                <c:pt idx="6">
                  <c:v>0.39684042000000003</c:v>
                </c:pt>
                <c:pt idx="7">
                  <c:v>0.37558960000000002</c:v>
                </c:pt>
                <c:pt idx="8">
                  <c:v>0.32427814999999999</c:v>
                </c:pt>
                <c:pt idx="9">
                  <c:v>0.29646640000000002</c:v>
                </c:pt>
                <c:pt idx="10">
                  <c:v>0.2453669</c:v>
                </c:pt>
                <c:pt idx="11">
                  <c:v>0.17836888000000001</c:v>
                </c:pt>
                <c:pt idx="12">
                  <c:v>0.13353929</c:v>
                </c:pt>
                <c:pt idx="13">
                  <c:v>9.5677175000000003E-2</c:v>
                </c:pt>
                <c:pt idx="14">
                  <c:v>6.37963E-2</c:v>
                </c:pt>
                <c:pt idx="15">
                  <c:v>2.0598376000000002E-2</c:v>
                </c:pt>
                <c:pt idx="16">
                  <c:v>7.1207042999999999E-3</c:v>
                </c:pt>
                <c:pt idx="17">
                  <c:v>-3.6789464999999999E-3</c:v>
                </c:pt>
                <c:pt idx="18">
                  <c:v>1.5038423E-2</c:v>
                </c:pt>
                <c:pt idx="19">
                  <c:v>4.9471516E-2</c:v>
                </c:pt>
                <c:pt idx="20">
                  <c:v>8.0744140000000006E-2</c:v>
                </c:pt>
                <c:pt idx="21">
                  <c:v>0.12473745</c:v>
                </c:pt>
                <c:pt idx="22">
                  <c:v>0.15517347000000001</c:v>
                </c:pt>
                <c:pt idx="23">
                  <c:v>0.21596049</c:v>
                </c:pt>
                <c:pt idx="24">
                  <c:v>0.24523537000000001</c:v>
                </c:pt>
                <c:pt idx="25">
                  <c:v>0.30981666000000002</c:v>
                </c:pt>
                <c:pt idx="26">
                  <c:v>0.32323580000000002</c:v>
                </c:pt>
                <c:pt idx="27">
                  <c:v>0.37037473999999998</c:v>
                </c:pt>
                <c:pt idx="28">
                  <c:v>0.39589419999999997</c:v>
                </c:pt>
                <c:pt idx="29">
                  <c:v>0.44451471999999997</c:v>
                </c:pt>
                <c:pt idx="30">
                  <c:v>0.47329175000000001</c:v>
                </c:pt>
                <c:pt idx="31">
                  <c:v>0.49060678000000002</c:v>
                </c:pt>
                <c:pt idx="32">
                  <c:v>0.50631470000000001</c:v>
                </c:pt>
                <c:pt idx="33">
                  <c:v>0.51759100000000002</c:v>
                </c:pt>
                <c:pt idx="34">
                  <c:v>0.51569120000000002</c:v>
                </c:pt>
                <c:pt idx="35">
                  <c:v>0.54710232999999997</c:v>
                </c:pt>
                <c:pt idx="36">
                  <c:v>0.55069880000000004</c:v>
                </c:pt>
                <c:pt idx="37">
                  <c:v>0.54956559999999999</c:v>
                </c:pt>
                <c:pt idx="38">
                  <c:v>0.52817579999999997</c:v>
                </c:pt>
                <c:pt idx="39">
                  <c:v>0.53821200000000002</c:v>
                </c:pt>
                <c:pt idx="40">
                  <c:v>0.52685576999999995</c:v>
                </c:pt>
                <c:pt idx="41">
                  <c:v>0.51274370000000002</c:v>
                </c:pt>
                <c:pt idx="42">
                  <c:v>0.51566199999999995</c:v>
                </c:pt>
                <c:pt idx="43">
                  <c:v>0.50148669999999995</c:v>
                </c:pt>
                <c:pt idx="44">
                  <c:v>0.47073959999999998</c:v>
                </c:pt>
                <c:pt idx="45">
                  <c:v>0.43970394000000002</c:v>
                </c:pt>
                <c:pt idx="46">
                  <c:v>0.41458327</c:v>
                </c:pt>
                <c:pt idx="47">
                  <c:v>0.4065782</c:v>
                </c:pt>
                <c:pt idx="48">
                  <c:v>0.35241303000000002</c:v>
                </c:pt>
                <c:pt idx="49">
                  <c:v>0.33487689999999998</c:v>
                </c:pt>
                <c:pt idx="50">
                  <c:v>0.28745674999999998</c:v>
                </c:pt>
                <c:pt idx="51">
                  <c:v>0.25572996999999997</c:v>
                </c:pt>
                <c:pt idx="52">
                  <c:v>0.21144392000000001</c:v>
                </c:pt>
                <c:pt idx="53">
                  <c:v>0.18699611999999999</c:v>
                </c:pt>
                <c:pt idx="54">
                  <c:v>0.15081589000000001</c:v>
                </c:pt>
                <c:pt idx="55">
                  <c:v>0.10980531</c:v>
                </c:pt>
                <c:pt idx="56">
                  <c:v>0.103844754</c:v>
                </c:pt>
                <c:pt idx="57">
                  <c:v>7.8984750000000006E-2</c:v>
                </c:pt>
                <c:pt idx="58">
                  <c:v>0.10000151</c:v>
                </c:pt>
                <c:pt idx="59">
                  <c:v>9.7678420000000002E-2</c:v>
                </c:pt>
                <c:pt idx="60">
                  <c:v>0.13221896</c:v>
                </c:pt>
                <c:pt idx="61">
                  <c:v>0.13076794</c:v>
                </c:pt>
                <c:pt idx="62">
                  <c:v>0.18123156000000001</c:v>
                </c:pt>
                <c:pt idx="63">
                  <c:v>0.19829063</c:v>
                </c:pt>
                <c:pt idx="64">
                  <c:v>0.2406653</c:v>
                </c:pt>
                <c:pt idx="65">
                  <c:v>0.26088339999999999</c:v>
                </c:pt>
                <c:pt idx="66">
                  <c:v>0.31020979999999998</c:v>
                </c:pt>
                <c:pt idx="67">
                  <c:v>0.31788840000000002</c:v>
                </c:pt>
                <c:pt idx="68">
                  <c:v>0.36541226999999998</c:v>
                </c:pt>
                <c:pt idx="69">
                  <c:v>0.36522559999999998</c:v>
                </c:pt>
                <c:pt idx="70">
                  <c:v>0.39264134000000001</c:v>
                </c:pt>
                <c:pt idx="71">
                  <c:v>0.40042052</c:v>
                </c:pt>
                <c:pt idx="72">
                  <c:v>0.42394569999999998</c:v>
                </c:pt>
                <c:pt idx="73">
                  <c:v>0.42028272</c:v>
                </c:pt>
                <c:pt idx="74">
                  <c:v>0.44020724</c:v>
                </c:pt>
                <c:pt idx="75">
                  <c:v>0.42594009999999999</c:v>
                </c:pt>
                <c:pt idx="76">
                  <c:v>0.41493732</c:v>
                </c:pt>
                <c:pt idx="77">
                  <c:v>0.41519450000000002</c:v>
                </c:pt>
                <c:pt idx="78">
                  <c:v>0.42303341999999999</c:v>
                </c:pt>
                <c:pt idx="79">
                  <c:v>0.40571147000000002</c:v>
                </c:pt>
                <c:pt idx="80">
                  <c:v>0.39256839999999998</c:v>
                </c:pt>
                <c:pt idx="81">
                  <c:v>0.36602256</c:v>
                </c:pt>
                <c:pt idx="82">
                  <c:v>0.33671388000000002</c:v>
                </c:pt>
                <c:pt idx="83">
                  <c:v>0.31377777000000001</c:v>
                </c:pt>
                <c:pt idx="84">
                  <c:v>0.2714801</c:v>
                </c:pt>
                <c:pt idx="85">
                  <c:v>0.22556038</c:v>
                </c:pt>
                <c:pt idx="86">
                  <c:v>0.21056322999999999</c:v>
                </c:pt>
                <c:pt idx="87">
                  <c:v>0.14886515</c:v>
                </c:pt>
                <c:pt idx="88">
                  <c:v>0.12028265</c:v>
                </c:pt>
                <c:pt idx="89">
                  <c:v>8.6144245999999994E-2</c:v>
                </c:pt>
                <c:pt idx="90">
                  <c:v>3.3713890000000003E-2</c:v>
                </c:pt>
                <c:pt idx="91">
                  <c:v>1.0534574E-2</c:v>
                </c:pt>
                <c:pt idx="92">
                  <c:v>1.3714733999999999E-2</c:v>
                </c:pt>
                <c:pt idx="93">
                  <c:v>7.8555099999999996E-3</c:v>
                </c:pt>
                <c:pt idx="94">
                  <c:v>4.1605189999999997E-3</c:v>
                </c:pt>
                <c:pt idx="95">
                  <c:v>1.592845E-2</c:v>
                </c:pt>
                <c:pt idx="96">
                  <c:v>5.2945256000000003E-2</c:v>
                </c:pt>
                <c:pt idx="97">
                  <c:v>7.9961050000000006E-2</c:v>
                </c:pt>
                <c:pt idx="98">
                  <c:v>0.12688488000000001</c:v>
                </c:pt>
                <c:pt idx="99">
                  <c:v>0.15724437999999999</c:v>
                </c:pt>
                <c:pt idx="100">
                  <c:v>0.22130214000000001</c:v>
                </c:pt>
                <c:pt idx="101">
                  <c:v>0.25513395999999999</c:v>
                </c:pt>
                <c:pt idx="102">
                  <c:v>0.27550363999999999</c:v>
                </c:pt>
                <c:pt idx="103">
                  <c:v>0.31774091999999998</c:v>
                </c:pt>
                <c:pt idx="104">
                  <c:v>0.34593886000000001</c:v>
                </c:pt>
                <c:pt idx="105">
                  <c:v>0.36611939999999998</c:v>
                </c:pt>
                <c:pt idx="106">
                  <c:v>0.39271020000000001</c:v>
                </c:pt>
                <c:pt idx="107">
                  <c:v>0.41107445999999997</c:v>
                </c:pt>
                <c:pt idx="108">
                  <c:v>0.43107873000000002</c:v>
                </c:pt>
                <c:pt idx="109">
                  <c:v>0.43990865000000001</c:v>
                </c:pt>
                <c:pt idx="110">
                  <c:v>0.43788191999999998</c:v>
                </c:pt>
                <c:pt idx="111">
                  <c:v>0.44637436000000003</c:v>
                </c:pt>
                <c:pt idx="112">
                  <c:v>0.43844624999999998</c:v>
                </c:pt>
                <c:pt idx="113">
                  <c:v>0.44105610000000001</c:v>
                </c:pt>
                <c:pt idx="114">
                  <c:v>0.41975117000000001</c:v>
                </c:pt>
                <c:pt idx="115">
                  <c:v>0.393841</c:v>
                </c:pt>
                <c:pt idx="116">
                  <c:v>0.39050853000000002</c:v>
                </c:pt>
                <c:pt idx="117">
                  <c:v>0.36817594999999997</c:v>
                </c:pt>
                <c:pt idx="118">
                  <c:v>0.33176452000000001</c:v>
                </c:pt>
                <c:pt idx="119">
                  <c:v>0.29465966999999998</c:v>
                </c:pt>
                <c:pt idx="120">
                  <c:v>0.24571953999999999</c:v>
                </c:pt>
                <c:pt idx="121">
                  <c:v>0.20764193</c:v>
                </c:pt>
                <c:pt idx="122">
                  <c:v>0.15929531999999999</c:v>
                </c:pt>
                <c:pt idx="123">
                  <c:v>0.115724094</c:v>
                </c:pt>
                <c:pt idx="124">
                  <c:v>7.6101944000000005E-2</c:v>
                </c:pt>
                <c:pt idx="125">
                  <c:v>3.4817729999999998E-2</c:v>
                </c:pt>
                <c:pt idx="126">
                  <c:v>2.5486186000000001E-2</c:v>
                </c:pt>
                <c:pt idx="127">
                  <c:v>1.5546851E-2</c:v>
                </c:pt>
                <c:pt idx="128">
                  <c:v>2.6961762E-2</c:v>
                </c:pt>
                <c:pt idx="129">
                  <c:v>6.4148179999999999E-2</c:v>
                </c:pt>
                <c:pt idx="130">
                  <c:v>0.14273484</c:v>
                </c:pt>
                <c:pt idx="131">
                  <c:v>0.17946123999999999</c:v>
                </c:pt>
                <c:pt idx="132">
                  <c:v>0.27109519999999998</c:v>
                </c:pt>
                <c:pt idx="133">
                  <c:v>0.34644327000000003</c:v>
                </c:pt>
                <c:pt idx="134">
                  <c:v>0.39134692999999998</c:v>
                </c:pt>
                <c:pt idx="135">
                  <c:v>0.45181306999999998</c:v>
                </c:pt>
                <c:pt idx="136">
                  <c:v>0.50999490000000003</c:v>
                </c:pt>
                <c:pt idx="137">
                  <c:v>0.54942610000000003</c:v>
                </c:pt>
                <c:pt idx="138">
                  <c:v>0.60706353000000002</c:v>
                </c:pt>
                <c:pt idx="139">
                  <c:v>0.61987334000000005</c:v>
                </c:pt>
                <c:pt idx="140">
                  <c:v>0.65618900000000002</c:v>
                </c:pt>
                <c:pt idx="141">
                  <c:v>0.68561340000000004</c:v>
                </c:pt>
                <c:pt idx="142">
                  <c:v>0.69765730000000004</c:v>
                </c:pt>
                <c:pt idx="143">
                  <c:v>0.71534439999999999</c:v>
                </c:pt>
                <c:pt idx="144">
                  <c:v>0.71910346000000003</c:v>
                </c:pt>
                <c:pt idx="145">
                  <c:v>0.74457720000000005</c:v>
                </c:pt>
                <c:pt idx="146">
                  <c:v>0.73454330000000001</c:v>
                </c:pt>
                <c:pt idx="147">
                  <c:v>0.7362438</c:v>
                </c:pt>
                <c:pt idx="148">
                  <c:v>0.73695580000000005</c:v>
                </c:pt>
                <c:pt idx="149">
                  <c:v>0.74617409999999995</c:v>
                </c:pt>
                <c:pt idx="150">
                  <c:v>0.74071604000000002</c:v>
                </c:pt>
                <c:pt idx="151">
                  <c:v>0.7077504</c:v>
                </c:pt>
                <c:pt idx="152">
                  <c:v>0.70372944999999998</c:v>
                </c:pt>
                <c:pt idx="153">
                  <c:v>0.70173839999999998</c:v>
                </c:pt>
                <c:pt idx="154">
                  <c:v>0.66278610000000004</c:v>
                </c:pt>
                <c:pt idx="155">
                  <c:v>0.64670490000000003</c:v>
                </c:pt>
                <c:pt idx="156">
                  <c:v>0.61657435000000005</c:v>
                </c:pt>
                <c:pt idx="157">
                  <c:v>0.57334494999999996</c:v>
                </c:pt>
                <c:pt idx="158">
                  <c:v>0.54287980000000002</c:v>
                </c:pt>
                <c:pt idx="159">
                  <c:v>0.52858970000000005</c:v>
                </c:pt>
                <c:pt idx="160">
                  <c:v>0.48024830000000002</c:v>
                </c:pt>
                <c:pt idx="161">
                  <c:v>0.46002219999999999</c:v>
                </c:pt>
                <c:pt idx="162">
                  <c:v>0.42915723</c:v>
                </c:pt>
                <c:pt idx="163">
                  <c:v>0.40384249999999999</c:v>
                </c:pt>
                <c:pt idx="164">
                  <c:v>0.40705346999999997</c:v>
                </c:pt>
                <c:pt idx="165">
                  <c:v>0.42214456</c:v>
                </c:pt>
                <c:pt idx="166">
                  <c:v>0.43060973000000002</c:v>
                </c:pt>
                <c:pt idx="167">
                  <c:v>0.44099270000000002</c:v>
                </c:pt>
                <c:pt idx="168">
                  <c:v>0.49201122000000003</c:v>
                </c:pt>
                <c:pt idx="169">
                  <c:v>0.51038830000000002</c:v>
                </c:pt>
                <c:pt idx="170">
                  <c:v>0.54873483999999995</c:v>
                </c:pt>
                <c:pt idx="171">
                  <c:v>0.56601349999999995</c:v>
                </c:pt>
                <c:pt idx="172">
                  <c:v>0.62043440000000005</c:v>
                </c:pt>
                <c:pt idx="173">
                  <c:v>0.62138426000000002</c:v>
                </c:pt>
                <c:pt idx="174">
                  <c:v>0.64692885</c:v>
                </c:pt>
                <c:pt idx="175">
                  <c:v>0.67556099999999997</c:v>
                </c:pt>
                <c:pt idx="176">
                  <c:v>0.69128316999999995</c:v>
                </c:pt>
                <c:pt idx="177">
                  <c:v>0.68799169999999998</c:v>
                </c:pt>
                <c:pt idx="178">
                  <c:v>0.70019719999999996</c:v>
                </c:pt>
                <c:pt idx="179">
                  <c:v>0.70696689999999995</c:v>
                </c:pt>
                <c:pt idx="180">
                  <c:v>0.72340709999999997</c:v>
                </c:pt>
                <c:pt idx="181">
                  <c:v>0.70498084999999999</c:v>
                </c:pt>
                <c:pt idx="182">
                  <c:v>0.71111906000000003</c:v>
                </c:pt>
                <c:pt idx="183">
                  <c:v>0.70873450000000005</c:v>
                </c:pt>
                <c:pt idx="184">
                  <c:v>0.67701876000000005</c:v>
                </c:pt>
                <c:pt idx="185">
                  <c:v>0.67223555000000002</c:v>
                </c:pt>
                <c:pt idx="186">
                  <c:v>0.65895075000000003</c:v>
                </c:pt>
                <c:pt idx="187">
                  <c:v>0.61311406000000002</c:v>
                </c:pt>
                <c:pt idx="188">
                  <c:v>0.59531003000000005</c:v>
                </c:pt>
                <c:pt idx="189">
                  <c:v>0.54226613000000001</c:v>
                </c:pt>
                <c:pt idx="190">
                  <c:v>0.50853610000000005</c:v>
                </c:pt>
                <c:pt idx="191">
                  <c:v>0.45660933999999997</c:v>
                </c:pt>
                <c:pt idx="192">
                  <c:v>0.36171727999999997</c:v>
                </c:pt>
                <c:pt idx="193">
                  <c:v>0.29605619999999999</c:v>
                </c:pt>
                <c:pt idx="194">
                  <c:v>0.20634136</c:v>
                </c:pt>
                <c:pt idx="195">
                  <c:v>0.14322387</c:v>
                </c:pt>
                <c:pt idx="196">
                  <c:v>8.4691374999999999E-2</c:v>
                </c:pt>
                <c:pt idx="197">
                  <c:v>8.3281900000000006E-2</c:v>
                </c:pt>
                <c:pt idx="198">
                  <c:v>0.107511625</c:v>
                </c:pt>
                <c:pt idx="199">
                  <c:v>0.18537043</c:v>
                </c:pt>
                <c:pt idx="200">
                  <c:v>0.27262705999999998</c:v>
                </c:pt>
                <c:pt idx="201">
                  <c:v>0.39074673999999998</c:v>
                </c:pt>
                <c:pt idx="202">
                  <c:v>0.46107176</c:v>
                </c:pt>
                <c:pt idx="203">
                  <c:v>0.56148339999999997</c:v>
                </c:pt>
                <c:pt idx="204">
                  <c:v>0.60508823</c:v>
                </c:pt>
                <c:pt idx="205">
                  <c:v>0.67806010000000005</c:v>
                </c:pt>
                <c:pt idx="206">
                  <c:v>0.71046120000000001</c:v>
                </c:pt>
                <c:pt idx="207">
                  <c:v>0.74902769999999996</c:v>
                </c:pt>
                <c:pt idx="208">
                  <c:v>0.78924669999999997</c:v>
                </c:pt>
                <c:pt idx="209">
                  <c:v>0.78600709999999996</c:v>
                </c:pt>
                <c:pt idx="210">
                  <c:v>0.81618327000000002</c:v>
                </c:pt>
                <c:pt idx="211">
                  <c:v>0.82930510000000002</c:v>
                </c:pt>
                <c:pt idx="212">
                  <c:v>0.83112330000000001</c:v>
                </c:pt>
                <c:pt idx="213">
                  <c:v>0.84890180000000004</c:v>
                </c:pt>
                <c:pt idx="214">
                  <c:v>0.85316163</c:v>
                </c:pt>
                <c:pt idx="215">
                  <c:v>0.87291616000000005</c:v>
                </c:pt>
                <c:pt idx="216">
                  <c:v>0.86212370000000005</c:v>
                </c:pt>
                <c:pt idx="217">
                  <c:v>0.86850095000000005</c:v>
                </c:pt>
                <c:pt idx="218">
                  <c:v>0.85796470000000002</c:v>
                </c:pt>
                <c:pt idx="219">
                  <c:v>0.87654823000000004</c:v>
                </c:pt>
                <c:pt idx="220">
                  <c:v>0.86605730000000003</c:v>
                </c:pt>
                <c:pt idx="221">
                  <c:v>0.85368144999999995</c:v>
                </c:pt>
                <c:pt idx="222">
                  <c:v>0.83688085999999995</c:v>
                </c:pt>
                <c:pt idx="223">
                  <c:v>0.8469563</c:v>
                </c:pt>
                <c:pt idx="224">
                  <c:v>0.83160509999999999</c:v>
                </c:pt>
                <c:pt idx="225">
                  <c:v>0.81566035999999997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7B0-4B08-97C0-F615BD4850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ko-KR" altLang="en-US" sz="1100" b="0">
                    <a:solidFill>
                      <a:srgbClr val="6B7080"/>
                    </a:solidFill>
                  </a:rPr>
                  <a:t>파장 번호 (비식별)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solidFill>
              <a:srgbClr val="D9DDE8"/>
            </a:solidFill>
          </a:ln>
        </c:spPr>
        <c:txPr>
          <a:bodyPr/>
          <a:lstStyle/>
          <a:p>
            <a:pPr>
              <a:defRPr sz="1100">
                <a:solidFill>
                  <a:srgbClr val="6B7080"/>
                </a:solidFill>
              </a:defRPr>
            </a:pPr>
            <a:endParaRPr lang="ko-KR"/>
          </a:p>
        </c:txPr>
        <c:crossAx val="2140495176"/>
        <c:crosses val="autoZero"/>
        <c:auto val="1"/>
        <c:lblAlgn val="ctr"/>
        <c:lblOffset val="100"/>
        <c:tickLblSkip val="25"/>
        <c:tickMarkSkip val="25"/>
        <c:noMultiLvlLbl val="0"/>
      </c:catAx>
      <c:valAx>
        <c:axId val="2140495176"/>
        <c:scaling>
          <c:orientation val="minMax"/>
          <c:max val="1"/>
          <c:min val="-0.2"/>
        </c:scaling>
        <c:delete val="0"/>
        <c:axPos val="l"/>
        <c:majorGridlines>
          <c:spPr>
            <a:ln>
              <a:solidFill>
                <a:srgbClr val="D9DD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ko-KR" altLang="en-US" sz="1100" b="0">
                    <a:solidFill>
                      <a:srgbClr val="6B7080"/>
                    </a:solidFill>
                  </a:rPr>
                  <a:t>반사율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>
            <a:solidFill>
              <a:srgbClr val="D9DDE8"/>
            </a:solidFill>
          </a:ln>
        </c:spPr>
        <c:txPr>
          <a:bodyPr/>
          <a:lstStyle/>
          <a:p>
            <a:pPr>
              <a:defRPr sz="1100">
                <a:solidFill>
                  <a:srgbClr val="6B7080"/>
                </a:solidFill>
              </a:defRPr>
            </a:pPr>
            <a:endParaRPr lang="ko-KR"/>
          </a:p>
        </c:txPr>
        <c:crossAx val="2118791784"/>
        <c:crosses val="autoZero"/>
        <c:crossBetween val="between"/>
        <c:majorUnit val="0.2"/>
      </c:valAx>
    </c:plotArea>
    <c:legend>
      <c:legendPos val="b"/>
      <c:overlay val="0"/>
      <c:txPr>
        <a:bodyPr/>
        <a:lstStyle/>
        <a:p>
          <a:pPr>
            <a:defRPr sz="110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19264B"/>
                </a:solidFill>
              </a:rPr>
              <a:t>두께 조합별 스펙트럼 (layer_1/2/3/4, nm)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30 / 210 / 70 / 120</c:v>
                </c:pt>
              </c:strCache>
            </c:strRef>
          </c:tx>
          <c:spPr>
            <a:ln w="22225">
              <a:solidFill>
                <a:srgbClr val="19264B"/>
              </a:solidFill>
            </a:ln>
          </c:spPr>
          <c:marker>
            <c:symbol val="none"/>
          </c:marker>
          <c:cat>
            <c:strRef>
              <c:f>Sheet1!$A$2:$A$227</c:f>
              <c:strCache>
                <c:ptCount val="22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</c:strCache>
            </c:strRef>
          </c:cat>
          <c:val>
            <c:numRef>
              <c:f>Sheet1!$B$2:$B$227</c:f>
              <c:numCache>
                <c:formatCode>General</c:formatCode>
                <c:ptCount val="226"/>
                <c:pt idx="0">
                  <c:v>0.54247679999999998</c:v>
                </c:pt>
                <c:pt idx="1">
                  <c:v>0.55350029999999995</c:v>
                </c:pt>
                <c:pt idx="2">
                  <c:v>0.54578525</c:v>
                </c:pt>
                <c:pt idx="3">
                  <c:v>0.55641850000000004</c:v>
                </c:pt>
                <c:pt idx="4">
                  <c:v>0.57008420000000004</c:v>
                </c:pt>
                <c:pt idx="5">
                  <c:v>0.58459525999999995</c:v>
                </c:pt>
                <c:pt idx="6">
                  <c:v>0.57513409999999998</c:v>
                </c:pt>
                <c:pt idx="7">
                  <c:v>0.59960157000000003</c:v>
                </c:pt>
                <c:pt idx="8">
                  <c:v>0.60150415000000002</c:v>
                </c:pt>
                <c:pt idx="9">
                  <c:v>0.59546469999999996</c:v>
                </c:pt>
                <c:pt idx="10">
                  <c:v>0.59946149999999998</c:v>
                </c:pt>
                <c:pt idx="11">
                  <c:v>0.60406689999999996</c:v>
                </c:pt>
                <c:pt idx="12">
                  <c:v>0.62627363000000003</c:v>
                </c:pt>
                <c:pt idx="13">
                  <c:v>0.61839973999999998</c:v>
                </c:pt>
                <c:pt idx="14">
                  <c:v>0.60522246000000002</c:v>
                </c:pt>
                <c:pt idx="15">
                  <c:v>0.63098799999999999</c:v>
                </c:pt>
                <c:pt idx="16">
                  <c:v>0.62569819999999998</c:v>
                </c:pt>
                <c:pt idx="17">
                  <c:v>0.60893034999999995</c:v>
                </c:pt>
                <c:pt idx="18">
                  <c:v>0.63235390000000002</c:v>
                </c:pt>
                <c:pt idx="19">
                  <c:v>0.63068959999999996</c:v>
                </c:pt>
                <c:pt idx="20">
                  <c:v>0.61404550000000002</c:v>
                </c:pt>
                <c:pt idx="21">
                  <c:v>0.61658703999999998</c:v>
                </c:pt>
                <c:pt idx="22">
                  <c:v>0.6220253</c:v>
                </c:pt>
                <c:pt idx="23">
                  <c:v>0.59355340000000001</c:v>
                </c:pt>
                <c:pt idx="24">
                  <c:v>0.59067340000000002</c:v>
                </c:pt>
                <c:pt idx="25">
                  <c:v>0.60943179999999997</c:v>
                </c:pt>
                <c:pt idx="26">
                  <c:v>0.60594130000000002</c:v>
                </c:pt>
                <c:pt idx="27">
                  <c:v>0.57608329999999996</c:v>
                </c:pt>
                <c:pt idx="28">
                  <c:v>0.57288439999999996</c:v>
                </c:pt>
                <c:pt idx="29">
                  <c:v>0.55865229999999999</c:v>
                </c:pt>
                <c:pt idx="30">
                  <c:v>0.55596210000000001</c:v>
                </c:pt>
                <c:pt idx="31">
                  <c:v>0.5417362</c:v>
                </c:pt>
                <c:pt idx="32">
                  <c:v>0.54000729999999997</c:v>
                </c:pt>
                <c:pt idx="33">
                  <c:v>0.53927139999999996</c:v>
                </c:pt>
                <c:pt idx="34">
                  <c:v>0.50526150000000003</c:v>
                </c:pt>
                <c:pt idx="35">
                  <c:v>0.51096339999999996</c:v>
                </c:pt>
                <c:pt idx="36">
                  <c:v>0.47594239999999999</c:v>
                </c:pt>
                <c:pt idx="37">
                  <c:v>0.46377570000000001</c:v>
                </c:pt>
                <c:pt idx="38">
                  <c:v>0.45341888000000002</c:v>
                </c:pt>
                <c:pt idx="39">
                  <c:v>0.44021100000000002</c:v>
                </c:pt>
                <c:pt idx="40">
                  <c:v>0.42447849999999998</c:v>
                </c:pt>
                <c:pt idx="41">
                  <c:v>0.40110877</c:v>
                </c:pt>
                <c:pt idx="42">
                  <c:v>0.37833482000000002</c:v>
                </c:pt>
                <c:pt idx="43">
                  <c:v>0.34398364999999997</c:v>
                </c:pt>
                <c:pt idx="44">
                  <c:v>0.32068163</c:v>
                </c:pt>
                <c:pt idx="45">
                  <c:v>0.31264334999999999</c:v>
                </c:pt>
                <c:pt idx="46">
                  <c:v>0.27065906000000001</c:v>
                </c:pt>
                <c:pt idx="47">
                  <c:v>0.27236842999999999</c:v>
                </c:pt>
                <c:pt idx="48">
                  <c:v>0.23235840999999999</c:v>
                </c:pt>
                <c:pt idx="49">
                  <c:v>0.21018574000000001</c:v>
                </c:pt>
                <c:pt idx="50">
                  <c:v>0.21341753999999999</c:v>
                </c:pt>
                <c:pt idx="51">
                  <c:v>0.18767302999999999</c:v>
                </c:pt>
                <c:pt idx="52">
                  <c:v>0.1766646</c:v>
                </c:pt>
                <c:pt idx="53">
                  <c:v>0.14637356000000001</c:v>
                </c:pt>
                <c:pt idx="54">
                  <c:v>0.15640211000000001</c:v>
                </c:pt>
                <c:pt idx="55">
                  <c:v>0.15144326999999999</c:v>
                </c:pt>
                <c:pt idx="56">
                  <c:v>0.1449657</c:v>
                </c:pt>
                <c:pt idx="57">
                  <c:v>0.14706506</c:v>
                </c:pt>
                <c:pt idx="58">
                  <c:v>0.15561443999999999</c:v>
                </c:pt>
                <c:pt idx="59">
                  <c:v>0.15932304</c:v>
                </c:pt>
                <c:pt idx="60">
                  <c:v>0.16028703999999999</c:v>
                </c:pt>
                <c:pt idx="61">
                  <c:v>0.16777027</c:v>
                </c:pt>
                <c:pt idx="62">
                  <c:v>0.18349542999999999</c:v>
                </c:pt>
                <c:pt idx="63">
                  <c:v>0.19869676</c:v>
                </c:pt>
                <c:pt idx="64">
                  <c:v>0.21654734</c:v>
                </c:pt>
                <c:pt idx="65">
                  <c:v>0.22867103</c:v>
                </c:pt>
                <c:pt idx="66">
                  <c:v>0.25111633999999999</c:v>
                </c:pt>
                <c:pt idx="67">
                  <c:v>0.26649052000000001</c:v>
                </c:pt>
                <c:pt idx="68">
                  <c:v>0.30206144000000001</c:v>
                </c:pt>
                <c:pt idx="69">
                  <c:v>0.31496703999999998</c:v>
                </c:pt>
                <c:pt idx="70">
                  <c:v>0.3359065</c:v>
                </c:pt>
                <c:pt idx="71">
                  <c:v>0.34347516</c:v>
                </c:pt>
                <c:pt idx="72">
                  <c:v>0.36197588000000003</c:v>
                </c:pt>
                <c:pt idx="73">
                  <c:v>0.40601847000000002</c:v>
                </c:pt>
                <c:pt idx="74">
                  <c:v>0.4180103</c:v>
                </c:pt>
                <c:pt idx="75">
                  <c:v>0.42529183999999998</c:v>
                </c:pt>
                <c:pt idx="76">
                  <c:v>0.45355161999999999</c:v>
                </c:pt>
                <c:pt idx="77">
                  <c:v>0.46492723000000002</c:v>
                </c:pt>
                <c:pt idx="78">
                  <c:v>0.46466494000000003</c:v>
                </c:pt>
                <c:pt idx="79">
                  <c:v>0.49388515999999999</c:v>
                </c:pt>
                <c:pt idx="80">
                  <c:v>0.48131382</c:v>
                </c:pt>
                <c:pt idx="81">
                  <c:v>0.49350549999999999</c:v>
                </c:pt>
                <c:pt idx="82">
                  <c:v>0.51172905999999996</c:v>
                </c:pt>
                <c:pt idx="83">
                  <c:v>0.50711404999999998</c:v>
                </c:pt>
                <c:pt idx="84">
                  <c:v>0.51477223999999999</c:v>
                </c:pt>
                <c:pt idx="85">
                  <c:v>0.53997015999999998</c:v>
                </c:pt>
                <c:pt idx="86">
                  <c:v>0.5337018</c:v>
                </c:pt>
                <c:pt idx="87">
                  <c:v>0.53224110000000002</c:v>
                </c:pt>
                <c:pt idx="88">
                  <c:v>0.53930769999999995</c:v>
                </c:pt>
                <c:pt idx="89">
                  <c:v>0.55039689999999997</c:v>
                </c:pt>
                <c:pt idx="90">
                  <c:v>0.53007130000000002</c:v>
                </c:pt>
                <c:pt idx="91">
                  <c:v>0.53458099999999997</c:v>
                </c:pt>
                <c:pt idx="92">
                  <c:v>0.53386809999999996</c:v>
                </c:pt>
                <c:pt idx="93">
                  <c:v>0.54519974999999998</c:v>
                </c:pt>
                <c:pt idx="94">
                  <c:v>0.51962834999999996</c:v>
                </c:pt>
                <c:pt idx="95">
                  <c:v>0.52953607000000003</c:v>
                </c:pt>
                <c:pt idx="96">
                  <c:v>0.51815149999999999</c:v>
                </c:pt>
                <c:pt idx="97">
                  <c:v>0.5105326</c:v>
                </c:pt>
                <c:pt idx="98">
                  <c:v>0.51370053999999998</c:v>
                </c:pt>
                <c:pt idx="99">
                  <c:v>0.49880197999999998</c:v>
                </c:pt>
                <c:pt idx="100">
                  <c:v>0.49661115</c:v>
                </c:pt>
                <c:pt idx="101">
                  <c:v>0.4858441</c:v>
                </c:pt>
                <c:pt idx="102">
                  <c:v>0.44528793999999999</c:v>
                </c:pt>
                <c:pt idx="103">
                  <c:v>0.45292391999999998</c:v>
                </c:pt>
                <c:pt idx="104">
                  <c:v>0.42989284</c:v>
                </c:pt>
                <c:pt idx="105">
                  <c:v>0.39475589999999999</c:v>
                </c:pt>
                <c:pt idx="106">
                  <c:v>0.39387127999999999</c:v>
                </c:pt>
                <c:pt idx="107">
                  <c:v>0.35340384000000002</c:v>
                </c:pt>
                <c:pt idx="108">
                  <c:v>0.35841998000000003</c:v>
                </c:pt>
                <c:pt idx="109">
                  <c:v>0.31842333</c:v>
                </c:pt>
                <c:pt idx="110">
                  <c:v>0.30002259999999997</c:v>
                </c:pt>
                <c:pt idx="111">
                  <c:v>0.27182460000000003</c:v>
                </c:pt>
                <c:pt idx="112">
                  <c:v>0.23969815999999999</c:v>
                </c:pt>
                <c:pt idx="113">
                  <c:v>0.19600672999999999</c:v>
                </c:pt>
                <c:pt idx="114">
                  <c:v>0.18463308</c:v>
                </c:pt>
                <c:pt idx="115">
                  <c:v>0.13232394</c:v>
                </c:pt>
                <c:pt idx="116">
                  <c:v>0.11632328</c:v>
                </c:pt>
                <c:pt idx="117">
                  <c:v>0.10019467999999999</c:v>
                </c:pt>
                <c:pt idx="118">
                  <c:v>6.6429589999999997E-2</c:v>
                </c:pt>
                <c:pt idx="119">
                  <c:v>4.2340665999999999E-2</c:v>
                </c:pt>
                <c:pt idx="120">
                  <c:v>1.395448E-2</c:v>
                </c:pt>
                <c:pt idx="121">
                  <c:v>-3.0515377999999998E-3</c:v>
                </c:pt>
                <c:pt idx="122">
                  <c:v>1.3461611E-2</c:v>
                </c:pt>
                <c:pt idx="123">
                  <c:v>1.8766056999999999E-2</c:v>
                </c:pt>
                <c:pt idx="124">
                  <c:v>3.3244262000000002E-3</c:v>
                </c:pt>
                <c:pt idx="125">
                  <c:v>2.0318437000000002E-2</c:v>
                </c:pt>
                <c:pt idx="126">
                  <c:v>4.1498158E-2</c:v>
                </c:pt>
                <c:pt idx="127">
                  <c:v>8.2250229999999994E-2</c:v>
                </c:pt>
                <c:pt idx="128">
                  <c:v>9.8901879999999998E-2</c:v>
                </c:pt>
                <c:pt idx="129">
                  <c:v>0.15314804000000001</c:v>
                </c:pt>
                <c:pt idx="130">
                  <c:v>0.16851990999999999</c:v>
                </c:pt>
                <c:pt idx="131">
                  <c:v>0.22789171</c:v>
                </c:pt>
                <c:pt idx="132">
                  <c:v>0.25365090000000001</c:v>
                </c:pt>
                <c:pt idx="133">
                  <c:v>0.31379407999999998</c:v>
                </c:pt>
                <c:pt idx="134">
                  <c:v>0.35404923999999999</c:v>
                </c:pt>
                <c:pt idx="135">
                  <c:v>0.39593430000000002</c:v>
                </c:pt>
                <c:pt idx="136">
                  <c:v>0.42643097000000002</c:v>
                </c:pt>
                <c:pt idx="137">
                  <c:v>0.47419810000000001</c:v>
                </c:pt>
                <c:pt idx="138">
                  <c:v>0.48577437000000001</c:v>
                </c:pt>
                <c:pt idx="139">
                  <c:v>0.51287190000000005</c:v>
                </c:pt>
                <c:pt idx="140">
                  <c:v>0.56752539999999996</c:v>
                </c:pt>
                <c:pt idx="141">
                  <c:v>0.58523990000000004</c:v>
                </c:pt>
                <c:pt idx="142">
                  <c:v>0.61434800000000001</c:v>
                </c:pt>
                <c:pt idx="143">
                  <c:v>0.62799689999999997</c:v>
                </c:pt>
                <c:pt idx="144">
                  <c:v>0.65186250000000001</c:v>
                </c:pt>
                <c:pt idx="145">
                  <c:v>0.67951024000000004</c:v>
                </c:pt>
                <c:pt idx="146">
                  <c:v>0.68136280000000005</c:v>
                </c:pt>
                <c:pt idx="147">
                  <c:v>0.67646300000000004</c:v>
                </c:pt>
                <c:pt idx="148">
                  <c:v>0.68977016000000002</c:v>
                </c:pt>
                <c:pt idx="149">
                  <c:v>0.70844256999999999</c:v>
                </c:pt>
                <c:pt idx="150">
                  <c:v>0.71119080000000001</c:v>
                </c:pt>
                <c:pt idx="151">
                  <c:v>0.69747490000000001</c:v>
                </c:pt>
                <c:pt idx="152">
                  <c:v>0.71158427000000002</c:v>
                </c:pt>
                <c:pt idx="153">
                  <c:v>0.71078649999999999</c:v>
                </c:pt>
                <c:pt idx="154">
                  <c:v>0.70646819999999999</c:v>
                </c:pt>
                <c:pt idx="155">
                  <c:v>0.72569810000000001</c:v>
                </c:pt>
                <c:pt idx="156">
                  <c:v>0.72795460000000001</c:v>
                </c:pt>
                <c:pt idx="157">
                  <c:v>0.7251377</c:v>
                </c:pt>
                <c:pt idx="158">
                  <c:v>0.70490735999999998</c:v>
                </c:pt>
                <c:pt idx="159">
                  <c:v>0.70881830000000001</c:v>
                </c:pt>
                <c:pt idx="160">
                  <c:v>0.69255800000000001</c:v>
                </c:pt>
                <c:pt idx="161">
                  <c:v>0.68444216000000002</c:v>
                </c:pt>
                <c:pt idx="162">
                  <c:v>0.68999314</c:v>
                </c:pt>
                <c:pt idx="163">
                  <c:v>0.68937369999999998</c:v>
                </c:pt>
                <c:pt idx="164">
                  <c:v>0.6651705</c:v>
                </c:pt>
                <c:pt idx="165">
                  <c:v>0.65548410000000001</c:v>
                </c:pt>
                <c:pt idx="166">
                  <c:v>0.63664246000000002</c:v>
                </c:pt>
                <c:pt idx="167">
                  <c:v>0.64279339999999996</c:v>
                </c:pt>
                <c:pt idx="168">
                  <c:v>0.61212515999999995</c:v>
                </c:pt>
                <c:pt idx="169">
                  <c:v>0.60174970000000005</c:v>
                </c:pt>
                <c:pt idx="170">
                  <c:v>0.59120684999999995</c:v>
                </c:pt>
                <c:pt idx="171">
                  <c:v>0.54438180000000003</c:v>
                </c:pt>
                <c:pt idx="172">
                  <c:v>0.5412884</c:v>
                </c:pt>
                <c:pt idx="173">
                  <c:v>0.5069901</c:v>
                </c:pt>
                <c:pt idx="174">
                  <c:v>0.48629232999999999</c:v>
                </c:pt>
                <c:pt idx="175">
                  <c:v>0.44072299999999998</c:v>
                </c:pt>
                <c:pt idx="176">
                  <c:v>0.42540777000000002</c:v>
                </c:pt>
                <c:pt idx="177">
                  <c:v>0.38837379999999999</c:v>
                </c:pt>
                <c:pt idx="178">
                  <c:v>0.34208843</c:v>
                </c:pt>
                <c:pt idx="179">
                  <c:v>0.31386431999999997</c:v>
                </c:pt>
                <c:pt idx="180">
                  <c:v>0.27524905999999999</c:v>
                </c:pt>
                <c:pt idx="181">
                  <c:v>0.21724012000000001</c:v>
                </c:pt>
                <c:pt idx="182">
                  <c:v>0.18145615000000001</c:v>
                </c:pt>
                <c:pt idx="183">
                  <c:v>0.14357363000000001</c:v>
                </c:pt>
                <c:pt idx="184">
                  <c:v>0.12611799000000001</c:v>
                </c:pt>
                <c:pt idx="185">
                  <c:v>9.8537589999999994E-2</c:v>
                </c:pt>
                <c:pt idx="186">
                  <c:v>8.6918495999999998E-2</c:v>
                </c:pt>
                <c:pt idx="187">
                  <c:v>8.9304129999999995E-2</c:v>
                </c:pt>
                <c:pt idx="188">
                  <c:v>0.10244866</c:v>
                </c:pt>
                <c:pt idx="189">
                  <c:v>0.13438513999999999</c:v>
                </c:pt>
                <c:pt idx="190">
                  <c:v>0.14294883999999999</c:v>
                </c:pt>
                <c:pt idx="191">
                  <c:v>0.19678657999999999</c:v>
                </c:pt>
                <c:pt idx="192">
                  <c:v>0.22968324000000001</c:v>
                </c:pt>
                <c:pt idx="193">
                  <c:v>0.27137162999999997</c:v>
                </c:pt>
                <c:pt idx="194">
                  <c:v>0.31015956</c:v>
                </c:pt>
                <c:pt idx="195">
                  <c:v>0.36092094000000002</c:v>
                </c:pt>
                <c:pt idx="196">
                  <c:v>0.39140034000000001</c:v>
                </c:pt>
                <c:pt idx="197">
                  <c:v>0.43615084999999998</c:v>
                </c:pt>
                <c:pt idx="198">
                  <c:v>0.48292077</c:v>
                </c:pt>
                <c:pt idx="199">
                  <c:v>0.52342754999999996</c:v>
                </c:pt>
                <c:pt idx="200">
                  <c:v>0.53843810000000003</c:v>
                </c:pt>
                <c:pt idx="201">
                  <c:v>0.57138739999999999</c:v>
                </c:pt>
                <c:pt idx="202">
                  <c:v>0.60742609999999997</c:v>
                </c:pt>
                <c:pt idx="203">
                  <c:v>0.62656149999999999</c:v>
                </c:pt>
                <c:pt idx="204">
                  <c:v>0.64970969999999995</c:v>
                </c:pt>
                <c:pt idx="205">
                  <c:v>0.67467343999999996</c:v>
                </c:pt>
                <c:pt idx="206">
                  <c:v>0.71046894999999999</c:v>
                </c:pt>
                <c:pt idx="207">
                  <c:v>0.70453924000000001</c:v>
                </c:pt>
                <c:pt idx="208">
                  <c:v>0.72391563999999997</c:v>
                </c:pt>
                <c:pt idx="209">
                  <c:v>0.75774149999999996</c:v>
                </c:pt>
                <c:pt idx="210">
                  <c:v>0.77112937000000004</c:v>
                </c:pt>
                <c:pt idx="211">
                  <c:v>0.76525812999999998</c:v>
                </c:pt>
                <c:pt idx="212">
                  <c:v>0.78644115000000003</c:v>
                </c:pt>
                <c:pt idx="213">
                  <c:v>0.79645860000000002</c:v>
                </c:pt>
                <c:pt idx="214">
                  <c:v>0.80216454999999998</c:v>
                </c:pt>
                <c:pt idx="215">
                  <c:v>0.79442109999999999</c:v>
                </c:pt>
                <c:pt idx="216">
                  <c:v>0.80473815999999998</c:v>
                </c:pt>
                <c:pt idx="217">
                  <c:v>0.80828637000000003</c:v>
                </c:pt>
                <c:pt idx="218">
                  <c:v>0.82694995000000004</c:v>
                </c:pt>
                <c:pt idx="219">
                  <c:v>0.81581579999999998</c:v>
                </c:pt>
                <c:pt idx="220">
                  <c:v>0.81904089999999996</c:v>
                </c:pt>
                <c:pt idx="221">
                  <c:v>0.83067820000000003</c:v>
                </c:pt>
                <c:pt idx="222">
                  <c:v>0.81978744000000003</c:v>
                </c:pt>
                <c:pt idx="223">
                  <c:v>0.82856613000000001</c:v>
                </c:pt>
                <c:pt idx="224">
                  <c:v>0.82681559999999998</c:v>
                </c:pt>
                <c:pt idx="225">
                  <c:v>0.80724375999999998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C2E-4FBF-86EE-709A3F7EA8B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160 / 40 / 260 / 90</c:v>
                </c:pt>
              </c:strCache>
            </c:strRef>
          </c:tx>
          <c:spPr>
            <a:ln w="22225">
              <a:solidFill>
                <a:srgbClr val="3F7CD6"/>
              </a:solidFill>
            </a:ln>
          </c:spPr>
          <c:marker>
            <c:symbol val="none"/>
          </c:marker>
          <c:cat>
            <c:strRef>
              <c:f>Sheet1!$A$2:$A$227</c:f>
              <c:strCache>
                <c:ptCount val="22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</c:strCache>
            </c:strRef>
          </c:cat>
          <c:val>
            <c:numRef>
              <c:f>Sheet1!$C$2:$C$227</c:f>
              <c:numCache>
                <c:formatCode>General</c:formatCode>
                <c:ptCount val="226"/>
                <c:pt idx="0">
                  <c:v>0.12180587</c:v>
                </c:pt>
                <c:pt idx="1">
                  <c:v>0.18429276</c:v>
                </c:pt>
                <c:pt idx="2">
                  <c:v>0.21472952000000001</c:v>
                </c:pt>
                <c:pt idx="3">
                  <c:v>0.24995456999999999</c:v>
                </c:pt>
                <c:pt idx="4">
                  <c:v>0.30240475999999999</c:v>
                </c:pt>
                <c:pt idx="5">
                  <c:v>0.32479259999999999</c:v>
                </c:pt>
                <c:pt idx="6">
                  <c:v>0.36752235999999999</c:v>
                </c:pt>
                <c:pt idx="7">
                  <c:v>0.37371045000000003</c:v>
                </c:pt>
                <c:pt idx="8">
                  <c:v>0.4204947</c:v>
                </c:pt>
                <c:pt idx="9">
                  <c:v>0.44339946000000002</c:v>
                </c:pt>
                <c:pt idx="10">
                  <c:v>0.46474283999999999</c:v>
                </c:pt>
                <c:pt idx="11">
                  <c:v>0.49188130000000002</c:v>
                </c:pt>
                <c:pt idx="12">
                  <c:v>0.49077809999999999</c:v>
                </c:pt>
                <c:pt idx="13">
                  <c:v>0.51738070000000003</c:v>
                </c:pt>
                <c:pt idx="14">
                  <c:v>0.52017754000000005</c:v>
                </c:pt>
                <c:pt idx="15">
                  <c:v>0.53824603999999998</c:v>
                </c:pt>
                <c:pt idx="16">
                  <c:v>0.55873419999999996</c:v>
                </c:pt>
                <c:pt idx="17">
                  <c:v>0.54428299999999996</c:v>
                </c:pt>
                <c:pt idx="18">
                  <c:v>0.56942559999999998</c:v>
                </c:pt>
                <c:pt idx="19">
                  <c:v>0.55631169999999996</c:v>
                </c:pt>
                <c:pt idx="20">
                  <c:v>0.54592985000000005</c:v>
                </c:pt>
                <c:pt idx="21">
                  <c:v>0.56041839999999998</c:v>
                </c:pt>
                <c:pt idx="22">
                  <c:v>0.55892129999999995</c:v>
                </c:pt>
                <c:pt idx="23">
                  <c:v>0.55711984999999997</c:v>
                </c:pt>
                <c:pt idx="24">
                  <c:v>0.55658876999999995</c:v>
                </c:pt>
                <c:pt idx="25">
                  <c:v>0.52342619999999995</c:v>
                </c:pt>
                <c:pt idx="26">
                  <c:v>0.52069885000000005</c:v>
                </c:pt>
                <c:pt idx="27">
                  <c:v>0.51475099999999996</c:v>
                </c:pt>
                <c:pt idx="28">
                  <c:v>0.49710884999999999</c:v>
                </c:pt>
                <c:pt idx="29">
                  <c:v>0.47743530000000001</c:v>
                </c:pt>
                <c:pt idx="30">
                  <c:v>0.45605742999999999</c:v>
                </c:pt>
                <c:pt idx="31">
                  <c:v>0.44545790000000002</c:v>
                </c:pt>
                <c:pt idx="32">
                  <c:v>0.40436633999999999</c:v>
                </c:pt>
                <c:pt idx="33">
                  <c:v>0.39817580000000002</c:v>
                </c:pt>
                <c:pt idx="34">
                  <c:v>0.37790879999999999</c:v>
                </c:pt>
                <c:pt idx="35">
                  <c:v>0.35083832999999998</c:v>
                </c:pt>
                <c:pt idx="36">
                  <c:v>0.30441626999999999</c:v>
                </c:pt>
                <c:pt idx="37">
                  <c:v>0.28030539999999998</c:v>
                </c:pt>
                <c:pt idx="38">
                  <c:v>0.25249474999999999</c:v>
                </c:pt>
                <c:pt idx="39">
                  <c:v>0.24262026</c:v>
                </c:pt>
                <c:pt idx="40">
                  <c:v>0.22165169000000001</c:v>
                </c:pt>
                <c:pt idx="41">
                  <c:v>0.19298477</c:v>
                </c:pt>
                <c:pt idx="42">
                  <c:v>0.19610684</c:v>
                </c:pt>
                <c:pt idx="43">
                  <c:v>0.19017729</c:v>
                </c:pt>
                <c:pt idx="44">
                  <c:v>0.19975966000000001</c:v>
                </c:pt>
                <c:pt idx="45">
                  <c:v>0.18976699</c:v>
                </c:pt>
                <c:pt idx="46">
                  <c:v>0.20915465</c:v>
                </c:pt>
                <c:pt idx="47">
                  <c:v>0.23024705000000001</c:v>
                </c:pt>
                <c:pt idx="48">
                  <c:v>0.24815981000000001</c:v>
                </c:pt>
                <c:pt idx="49">
                  <c:v>0.26467422000000002</c:v>
                </c:pt>
                <c:pt idx="50">
                  <c:v>0.29976633000000003</c:v>
                </c:pt>
                <c:pt idx="51">
                  <c:v>0.32572754999999998</c:v>
                </c:pt>
                <c:pt idx="52">
                  <c:v>0.35498568000000003</c:v>
                </c:pt>
                <c:pt idx="53">
                  <c:v>0.35187283000000003</c:v>
                </c:pt>
                <c:pt idx="54">
                  <c:v>0.40233764</c:v>
                </c:pt>
                <c:pt idx="55">
                  <c:v>0.40028989999999998</c:v>
                </c:pt>
                <c:pt idx="56">
                  <c:v>0.42093881999999999</c:v>
                </c:pt>
                <c:pt idx="57">
                  <c:v>0.43783646999999998</c:v>
                </c:pt>
                <c:pt idx="58">
                  <c:v>0.47764862000000002</c:v>
                </c:pt>
                <c:pt idx="59">
                  <c:v>0.48557675</c:v>
                </c:pt>
                <c:pt idx="60">
                  <c:v>0.48133722000000001</c:v>
                </c:pt>
                <c:pt idx="61">
                  <c:v>0.49147924999999998</c:v>
                </c:pt>
                <c:pt idx="62">
                  <c:v>0.50632710000000003</c:v>
                </c:pt>
                <c:pt idx="63">
                  <c:v>0.52048689999999997</c:v>
                </c:pt>
                <c:pt idx="64">
                  <c:v>0.51096079999999999</c:v>
                </c:pt>
                <c:pt idx="65">
                  <c:v>0.4945464</c:v>
                </c:pt>
                <c:pt idx="66">
                  <c:v>0.51438189999999995</c:v>
                </c:pt>
                <c:pt idx="67">
                  <c:v>0.49173771999999999</c:v>
                </c:pt>
                <c:pt idx="68">
                  <c:v>0.48361078000000002</c:v>
                </c:pt>
                <c:pt idx="69">
                  <c:v>0.47566570000000002</c:v>
                </c:pt>
                <c:pt idx="70">
                  <c:v>0.45408811999999998</c:v>
                </c:pt>
                <c:pt idx="71">
                  <c:v>0.45915677999999999</c:v>
                </c:pt>
                <c:pt idx="72">
                  <c:v>0.43338676999999998</c:v>
                </c:pt>
                <c:pt idx="73">
                  <c:v>0.42023757</c:v>
                </c:pt>
                <c:pt idx="74">
                  <c:v>0.36915367999999998</c:v>
                </c:pt>
                <c:pt idx="75">
                  <c:v>0.35272170000000003</c:v>
                </c:pt>
                <c:pt idx="76">
                  <c:v>0.32900494000000002</c:v>
                </c:pt>
                <c:pt idx="77">
                  <c:v>0.27481480000000003</c:v>
                </c:pt>
                <c:pt idx="78">
                  <c:v>0.25913354999999999</c:v>
                </c:pt>
                <c:pt idx="79">
                  <c:v>0.21841551000000001</c:v>
                </c:pt>
                <c:pt idx="80">
                  <c:v>0.16554095999999999</c:v>
                </c:pt>
                <c:pt idx="81">
                  <c:v>0.15101433</c:v>
                </c:pt>
                <c:pt idx="82">
                  <c:v>0.11132387000000001</c:v>
                </c:pt>
                <c:pt idx="83">
                  <c:v>7.4347999999999997E-2</c:v>
                </c:pt>
                <c:pt idx="84">
                  <c:v>5.8328588000000001E-2</c:v>
                </c:pt>
                <c:pt idx="85">
                  <c:v>7.2676959999999999E-2</c:v>
                </c:pt>
                <c:pt idx="86">
                  <c:v>9.0021715000000002E-2</c:v>
                </c:pt>
                <c:pt idx="87">
                  <c:v>0.10547117</c:v>
                </c:pt>
                <c:pt idx="88">
                  <c:v>0.12909446999999999</c:v>
                </c:pt>
                <c:pt idx="89">
                  <c:v>0.17126869</c:v>
                </c:pt>
                <c:pt idx="90">
                  <c:v>0.23757202999999999</c:v>
                </c:pt>
                <c:pt idx="91">
                  <c:v>0.27642396000000002</c:v>
                </c:pt>
                <c:pt idx="92">
                  <c:v>0.33234158000000003</c:v>
                </c:pt>
                <c:pt idx="93">
                  <c:v>0.38120165</c:v>
                </c:pt>
                <c:pt idx="94">
                  <c:v>0.43659355999999999</c:v>
                </c:pt>
                <c:pt idx="95">
                  <c:v>0.47809473000000002</c:v>
                </c:pt>
                <c:pt idx="96">
                  <c:v>0.51517813999999995</c:v>
                </c:pt>
                <c:pt idx="97">
                  <c:v>0.54565730000000001</c:v>
                </c:pt>
                <c:pt idx="98">
                  <c:v>0.60060100000000005</c:v>
                </c:pt>
                <c:pt idx="99">
                  <c:v>0.62949299999999997</c:v>
                </c:pt>
                <c:pt idx="100">
                  <c:v>0.62966615000000004</c:v>
                </c:pt>
                <c:pt idx="101">
                  <c:v>0.66018564000000002</c:v>
                </c:pt>
                <c:pt idx="102">
                  <c:v>0.67474389999999995</c:v>
                </c:pt>
                <c:pt idx="103">
                  <c:v>0.69099604999999997</c:v>
                </c:pt>
                <c:pt idx="104">
                  <c:v>0.70948917</c:v>
                </c:pt>
                <c:pt idx="105">
                  <c:v>0.74158930000000001</c:v>
                </c:pt>
                <c:pt idx="106">
                  <c:v>0.73823106000000005</c:v>
                </c:pt>
                <c:pt idx="107">
                  <c:v>0.76030059999999999</c:v>
                </c:pt>
                <c:pt idx="108">
                  <c:v>0.74846820000000003</c:v>
                </c:pt>
                <c:pt idx="109">
                  <c:v>0.77501284999999998</c:v>
                </c:pt>
                <c:pt idx="110">
                  <c:v>0.76467043000000001</c:v>
                </c:pt>
                <c:pt idx="111">
                  <c:v>0.78197159999999999</c:v>
                </c:pt>
                <c:pt idx="112">
                  <c:v>0.76941632999999998</c:v>
                </c:pt>
                <c:pt idx="113">
                  <c:v>0.76156162999999999</c:v>
                </c:pt>
                <c:pt idx="114">
                  <c:v>0.7693932</c:v>
                </c:pt>
                <c:pt idx="115">
                  <c:v>0.75920670000000001</c:v>
                </c:pt>
                <c:pt idx="116">
                  <c:v>0.75341190000000002</c:v>
                </c:pt>
                <c:pt idx="117">
                  <c:v>0.75695840000000003</c:v>
                </c:pt>
                <c:pt idx="118">
                  <c:v>0.75812614</c:v>
                </c:pt>
                <c:pt idx="119">
                  <c:v>0.74299174999999995</c:v>
                </c:pt>
                <c:pt idx="120">
                  <c:v>0.74395690000000003</c:v>
                </c:pt>
                <c:pt idx="121">
                  <c:v>0.72333950000000002</c:v>
                </c:pt>
                <c:pt idx="122">
                  <c:v>0.70694820000000003</c:v>
                </c:pt>
                <c:pt idx="123">
                  <c:v>0.68389390000000005</c:v>
                </c:pt>
                <c:pt idx="124">
                  <c:v>0.67500349999999998</c:v>
                </c:pt>
                <c:pt idx="125">
                  <c:v>0.65167825999999995</c:v>
                </c:pt>
                <c:pt idx="126">
                  <c:v>0.60409086999999995</c:v>
                </c:pt>
                <c:pt idx="127">
                  <c:v>0.57030654000000003</c:v>
                </c:pt>
                <c:pt idx="128">
                  <c:v>0.52667940000000002</c:v>
                </c:pt>
                <c:pt idx="129">
                  <c:v>0.49531387999999998</c:v>
                </c:pt>
                <c:pt idx="130">
                  <c:v>0.44788085999999999</c:v>
                </c:pt>
                <c:pt idx="131">
                  <c:v>0.37740620000000002</c:v>
                </c:pt>
                <c:pt idx="132">
                  <c:v>0.32848692000000002</c:v>
                </c:pt>
                <c:pt idx="133">
                  <c:v>0.25664799999999999</c:v>
                </c:pt>
                <c:pt idx="134">
                  <c:v>0.20364086000000001</c:v>
                </c:pt>
                <c:pt idx="135">
                  <c:v>0.13002496999999999</c:v>
                </c:pt>
                <c:pt idx="136">
                  <c:v>9.8605090000000006E-2</c:v>
                </c:pt>
                <c:pt idx="137">
                  <c:v>5.1291835000000001E-2</c:v>
                </c:pt>
                <c:pt idx="138">
                  <c:v>6.8801514999999994E-2</c:v>
                </c:pt>
                <c:pt idx="139">
                  <c:v>8.8145404999999996E-2</c:v>
                </c:pt>
                <c:pt idx="140">
                  <c:v>0.112398304</c:v>
                </c:pt>
                <c:pt idx="141">
                  <c:v>0.16228601000000001</c:v>
                </c:pt>
                <c:pt idx="142">
                  <c:v>0.22665356</c:v>
                </c:pt>
                <c:pt idx="143">
                  <c:v>0.29468159999999999</c:v>
                </c:pt>
                <c:pt idx="144">
                  <c:v>0.36362647999999997</c:v>
                </c:pt>
                <c:pt idx="145">
                  <c:v>0.42199996000000001</c:v>
                </c:pt>
                <c:pt idx="146">
                  <c:v>0.47608342999999997</c:v>
                </c:pt>
                <c:pt idx="147">
                  <c:v>0.50675250000000005</c:v>
                </c:pt>
                <c:pt idx="148">
                  <c:v>0.53279734000000001</c:v>
                </c:pt>
                <c:pt idx="149">
                  <c:v>0.57632280000000002</c:v>
                </c:pt>
                <c:pt idx="150">
                  <c:v>0.60858290000000004</c:v>
                </c:pt>
                <c:pt idx="151">
                  <c:v>0.62630439999999998</c:v>
                </c:pt>
                <c:pt idx="152">
                  <c:v>0.63085115000000003</c:v>
                </c:pt>
                <c:pt idx="153">
                  <c:v>0.64239880000000005</c:v>
                </c:pt>
                <c:pt idx="154">
                  <c:v>0.66210055000000001</c:v>
                </c:pt>
                <c:pt idx="155">
                  <c:v>0.66268842999999999</c:v>
                </c:pt>
                <c:pt idx="156">
                  <c:v>0.66561619999999999</c:v>
                </c:pt>
                <c:pt idx="157">
                  <c:v>0.6644525</c:v>
                </c:pt>
                <c:pt idx="158">
                  <c:v>0.64590930000000002</c:v>
                </c:pt>
                <c:pt idx="159">
                  <c:v>0.65074889999999996</c:v>
                </c:pt>
                <c:pt idx="160">
                  <c:v>0.64490234999999996</c:v>
                </c:pt>
                <c:pt idx="161">
                  <c:v>0.64129309999999995</c:v>
                </c:pt>
                <c:pt idx="162">
                  <c:v>0.6116608</c:v>
                </c:pt>
                <c:pt idx="163">
                  <c:v>0.6167646</c:v>
                </c:pt>
                <c:pt idx="164">
                  <c:v>0.57992480000000002</c:v>
                </c:pt>
                <c:pt idx="165">
                  <c:v>0.58015570000000005</c:v>
                </c:pt>
                <c:pt idx="166">
                  <c:v>0.53596469999999996</c:v>
                </c:pt>
                <c:pt idx="167">
                  <c:v>0.51657929999999996</c:v>
                </c:pt>
                <c:pt idx="168">
                  <c:v>0.51391770000000003</c:v>
                </c:pt>
                <c:pt idx="169">
                  <c:v>0.47752192999999998</c:v>
                </c:pt>
                <c:pt idx="170">
                  <c:v>0.45752457000000002</c:v>
                </c:pt>
                <c:pt idx="171">
                  <c:v>0.41833898000000003</c:v>
                </c:pt>
                <c:pt idx="172">
                  <c:v>0.39275749999999998</c:v>
                </c:pt>
                <c:pt idx="173">
                  <c:v>0.35458568000000001</c:v>
                </c:pt>
                <c:pt idx="174">
                  <c:v>0.33097789999999999</c:v>
                </c:pt>
                <c:pt idx="175">
                  <c:v>0.32313249999999999</c:v>
                </c:pt>
                <c:pt idx="176">
                  <c:v>0.3257796</c:v>
                </c:pt>
                <c:pt idx="177">
                  <c:v>0.31133919999999998</c:v>
                </c:pt>
                <c:pt idx="178">
                  <c:v>0.31005453999999999</c:v>
                </c:pt>
                <c:pt idx="179">
                  <c:v>0.31939592999999999</c:v>
                </c:pt>
                <c:pt idx="180">
                  <c:v>0.35006574000000001</c:v>
                </c:pt>
                <c:pt idx="181">
                  <c:v>0.3471323</c:v>
                </c:pt>
                <c:pt idx="182">
                  <c:v>0.38101435</c:v>
                </c:pt>
                <c:pt idx="183">
                  <c:v>0.41153099999999998</c:v>
                </c:pt>
                <c:pt idx="184">
                  <c:v>0.40965748000000002</c:v>
                </c:pt>
                <c:pt idx="185">
                  <c:v>0.44810957000000001</c:v>
                </c:pt>
                <c:pt idx="186">
                  <c:v>0.46022084000000002</c:v>
                </c:pt>
                <c:pt idx="187">
                  <c:v>0.4658448</c:v>
                </c:pt>
                <c:pt idx="188">
                  <c:v>0.48221225000000001</c:v>
                </c:pt>
                <c:pt idx="189">
                  <c:v>0.51545715000000003</c:v>
                </c:pt>
                <c:pt idx="190">
                  <c:v>0.51742460000000001</c:v>
                </c:pt>
                <c:pt idx="191">
                  <c:v>0.52370839999999996</c:v>
                </c:pt>
                <c:pt idx="192">
                  <c:v>0.51152264999999997</c:v>
                </c:pt>
                <c:pt idx="193">
                  <c:v>0.50444679999999997</c:v>
                </c:pt>
                <c:pt idx="194">
                  <c:v>0.50465702999999995</c:v>
                </c:pt>
                <c:pt idx="195">
                  <c:v>0.50735056000000001</c:v>
                </c:pt>
                <c:pt idx="196">
                  <c:v>0.4852784</c:v>
                </c:pt>
                <c:pt idx="197">
                  <c:v>0.46076064999999999</c:v>
                </c:pt>
                <c:pt idx="198">
                  <c:v>0.44472367000000002</c:v>
                </c:pt>
                <c:pt idx="199">
                  <c:v>0.42477905999999999</c:v>
                </c:pt>
                <c:pt idx="200">
                  <c:v>0.39122254000000001</c:v>
                </c:pt>
                <c:pt idx="201">
                  <c:v>0.35670809999999997</c:v>
                </c:pt>
                <c:pt idx="202">
                  <c:v>0.30651966000000003</c:v>
                </c:pt>
                <c:pt idx="203">
                  <c:v>0.25286543</c:v>
                </c:pt>
                <c:pt idx="204">
                  <c:v>0.19230019000000001</c:v>
                </c:pt>
                <c:pt idx="205">
                  <c:v>0.16394947000000001</c:v>
                </c:pt>
                <c:pt idx="206">
                  <c:v>0.103534564</c:v>
                </c:pt>
                <c:pt idx="207">
                  <c:v>4.2961627000000002E-2</c:v>
                </c:pt>
                <c:pt idx="208">
                  <c:v>2.3594690000000001E-2</c:v>
                </c:pt>
                <c:pt idx="209">
                  <c:v>4.7137470000000001E-2</c:v>
                </c:pt>
                <c:pt idx="210">
                  <c:v>7.6815990000000001E-2</c:v>
                </c:pt>
                <c:pt idx="211">
                  <c:v>0.12849604000000001</c:v>
                </c:pt>
                <c:pt idx="212">
                  <c:v>0.21798201</c:v>
                </c:pt>
                <c:pt idx="213">
                  <c:v>0.28514256999999998</c:v>
                </c:pt>
                <c:pt idx="214">
                  <c:v>0.37849176000000001</c:v>
                </c:pt>
                <c:pt idx="215">
                  <c:v>0.47115284000000002</c:v>
                </c:pt>
                <c:pt idx="216">
                  <c:v>0.54695459999999996</c:v>
                </c:pt>
                <c:pt idx="217">
                  <c:v>0.60113335000000001</c:v>
                </c:pt>
                <c:pt idx="218">
                  <c:v>0.64044060000000003</c:v>
                </c:pt>
                <c:pt idx="219">
                  <c:v>0.69670504</c:v>
                </c:pt>
                <c:pt idx="220">
                  <c:v>0.74000900000000003</c:v>
                </c:pt>
                <c:pt idx="221">
                  <c:v>0.75595559999999995</c:v>
                </c:pt>
                <c:pt idx="222">
                  <c:v>0.77137149999999999</c:v>
                </c:pt>
                <c:pt idx="223">
                  <c:v>0.81354349999999998</c:v>
                </c:pt>
                <c:pt idx="224">
                  <c:v>0.80981190000000003</c:v>
                </c:pt>
                <c:pt idx="225">
                  <c:v>0.81186884999999998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C2E-4FBF-86EE-709A3F7EA8B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280 / 130 / 20 / 230</c:v>
                </c:pt>
              </c:strCache>
            </c:strRef>
          </c:tx>
          <c:spPr>
            <a:ln w="22225">
              <a:solidFill>
                <a:srgbClr val="E07A2E"/>
              </a:solidFill>
            </a:ln>
          </c:spPr>
          <c:marker>
            <c:symbol val="none"/>
          </c:marker>
          <c:cat>
            <c:strRef>
              <c:f>Sheet1!$A$2:$A$227</c:f>
              <c:strCache>
                <c:ptCount val="22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</c:strCache>
            </c:strRef>
          </c:cat>
          <c:val>
            <c:numRef>
              <c:f>Sheet1!$D$2:$D$227</c:f>
              <c:numCache>
                <c:formatCode>General</c:formatCode>
                <c:ptCount val="226"/>
                <c:pt idx="0">
                  <c:v>0.53019539999999998</c:v>
                </c:pt>
                <c:pt idx="1">
                  <c:v>0.53061950000000002</c:v>
                </c:pt>
                <c:pt idx="2">
                  <c:v>0.55326533</c:v>
                </c:pt>
                <c:pt idx="3">
                  <c:v>0.57341920000000002</c:v>
                </c:pt>
                <c:pt idx="4">
                  <c:v>0.57197743999999995</c:v>
                </c:pt>
                <c:pt idx="5">
                  <c:v>0.56313102999999998</c:v>
                </c:pt>
                <c:pt idx="6">
                  <c:v>0.58530444000000004</c:v>
                </c:pt>
                <c:pt idx="7">
                  <c:v>0.57631019999999999</c:v>
                </c:pt>
                <c:pt idx="8">
                  <c:v>0.57577866</c:v>
                </c:pt>
                <c:pt idx="9">
                  <c:v>0.57222843000000001</c:v>
                </c:pt>
                <c:pt idx="10">
                  <c:v>0.56462190000000001</c:v>
                </c:pt>
                <c:pt idx="11">
                  <c:v>0.56784712999999998</c:v>
                </c:pt>
                <c:pt idx="12">
                  <c:v>0.57268600000000003</c:v>
                </c:pt>
                <c:pt idx="13">
                  <c:v>0.54753244000000001</c:v>
                </c:pt>
                <c:pt idx="14">
                  <c:v>0.55421830000000005</c:v>
                </c:pt>
                <c:pt idx="15">
                  <c:v>0.54243492999999998</c:v>
                </c:pt>
                <c:pt idx="16">
                  <c:v>0.52615666000000005</c:v>
                </c:pt>
                <c:pt idx="17">
                  <c:v>0.48546650000000002</c:v>
                </c:pt>
                <c:pt idx="18">
                  <c:v>0.48004617999999999</c:v>
                </c:pt>
                <c:pt idx="19">
                  <c:v>0.46364206000000002</c:v>
                </c:pt>
                <c:pt idx="20">
                  <c:v>0.42874562999999999</c:v>
                </c:pt>
                <c:pt idx="21">
                  <c:v>0.39590374</c:v>
                </c:pt>
                <c:pt idx="22">
                  <c:v>0.37715684999999999</c:v>
                </c:pt>
                <c:pt idx="23">
                  <c:v>0.32926494000000001</c:v>
                </c:pt>
                <c:pt idx="24">
                  <c:v>0.28222993000000002</c:v>
                </c:pt>
                <c:pt idx="25">
                  <c:v>0.24178514000000001</c:v>
                </c:pt>
                <c:pt idx="26">
                  <c:v>0.21588378999999999</c:v>
                </c:pt>
                <c:pt idx="27">
                  <c:v>0.17319116000000001</c:v>
                </c:pt>
                <c:pt idx="28">
                  <c:v>0.12714863000000001</c:v>
                </c:pt>
                <c:pt idx="29">
                  <c:v>0.106788754</c:v>
                </c:pt>
                <c:pt idx="30">
                  <c:v>6.5700439999999999E-2</c:v>
                </c:pt>
                <c:pt idx="31">
                  <c:v>3.5558507000000003E-2</c:v>
                </c:pt>
                <c:pt idx="32">
                  <c:v>2.0540928E-2</c:v>
                </c:pt>
                <c:pt idx="33">
                  <c:v>2.7489131E-3</c:v>
                </c:pt>
                <c:pt idx="34">
                  <c:v>1.0730035000000001E-2</c:v>
                </c:pt>
                <c:pt idx="35">
                  <c:v>1.4730192E-2</c:v>
                </c:pt>
                <c:pt idx="36">
                  <c:v>3.7567536E-3</c:v>
                </c:pt>
                <c:pt idx="37">
                  <c:v>2.2773663999999999E-2</c:v>
                </c:pt>
                <c:pt idx="38">
                  <c:v>5.4138052999999998E-2</c:v>
                </c:pt>
                <c:pt idx="39">
                  <c:v>6.0482464999999999E-2</c:v>
                </c:pt>
                <c:pt idx="40">
                  <c:v>0.11394251</c:v>
                </c:pt>
                <c:pt idx="41">
                  <c:v>0.12951203</c:v>
                </c:pt>
                <c:pt idx="42">
                  <c:v>0.14458560000000001</c:v>
                </c:pt>
                <c:pt idx="43">
                  <c:v>0.17874427000000001</c:v>
                </c:pt>
                <c:pt idx="44">
                  <c:v>0.17689107000000001</c:v>
                </c:pt>
                <c:pt idx="45">
                  <c:v>0.19379114</c:v>
                </c:pt>
                <c:pt idx="46">
                  <c:v>0.21296920999999999</c:v>
                </c:pt>
                <c:pt idx="47">
                  <c:v>0.22280504000000001</c:v>
                </c:pt>
                <c:pt idx="48">
                  <c:v>0.2566098</c:v>
                </c:pt>
                <c:pt idx="49">
                  <c:v>0.24819756000000001</c:v>
                </c:pt>
                <c:pt idx="50">
                  <c:v>0.24316280000000001</c:v>
                </c:pt>
                <c:pt idx="51">
                  <c:v>0.24379143</c:v>
                </c:pt>
                <c:pt idx="52">
                  <c:v>0.25398690000000002</c:v>
                </c:pt>
                <c:pt idx="53">
                  <c:v>0.24450585</c:v>
                </c:pt>
                <c:pt idx="54">
                  <c:v>0.23263956999999999</c:v>
                </c:pt>
                <c:pt idx="55">
                  <c:v>0.22143689</c:v>
                </c:pt>
                <c:pt idx="56">
                  <c:v>0.18723661999999999</c:v>
                </c:pt>
                <c:pt idx="57">
                  <c:v>0.17545364999999999</c:v>
                </c:pt>
                <c:pt idx="58">
                  <c:v>0.15463236999999999</c:v>
                </c:pt>
                <c:pt idx="59">
                  <c:v>0.13959764999999999</c:v>
                </c:pt>
                <c:pt idx="60">
                  <c:v>0.10581543</c:v>
                </c:pt>
                <c:pt idx="61">
                  <c:v>9.6150520000000003E-2</c:v>
                </c:pt>
                <c:pt idx="62">
                  <c:v>5.3661857E-2</c:v>
                </c:pt>
                <c:pt idx="63">
                  <c:v>3.8106974000000002E-2</c:v>
                </c:pt>
                <c:pt idx="64">
                  <c:v>3.1879092999999997E-2</c:v>
                </c:pt>
                <c:pt idx="65">
                  <c:v>2.4781900999999999E-2</c:v>
                </c:pt>
                <c:pt idx="66">
                  <c:v>2.5115140000000001E-2</c:v>
                </c:pt>
                <c:pt idx="67">
                  <c:v>1.8568270000000001E-2</c:v>
                </c:pt>
                <c:pt idx="68">
                  <c:v>3.9585646000000002E-2</c:v>
                </c:pt>
                <c:pt idx="69">
                  <c:v>7.6541509999999993E-2</c:v>
                </c:pt>
                <c:pt idx="70">
                  <c:v>0.10685836999999999</c:v>
                </c:pt>
                <c:pt idx="71">
                  <c:v>0.151145</c:v>
                </c:pt>
                <c:pt idx="72">
                  <c:v>0.18229919999999999</c:v>
                </c:pt>
                <c:pt idx="73">
                  <c:v>0.23497878</c:v>
                </c:pt>
                <c:pt idx="74">
                  <c:v>0.28961638000000001</c:v>
                </c:pt>
                <c:pt idx="75">
                  <c:v>0.33420879999999997</c:v>
                </c:pt>
                <c:pt idx="76">
                  <c:v>0.37721282</c:v>
                </c:pt>
                <c:pt idx="77">
                  <c:v>0.40541872000000001</c:v>
                </c:pt>
                <c:pt idx="78">
                  <c:v>0.45059424999999997</c:v>
                </c:pt>
                <c:pt idx="79">
                  <c:v>0.48130134000000002</c:v>
                </c:pt>
                <c:pt idx="80">
                  <c:v>0.51942460000000001</c:v>
                </c:pt>
                <c:pt idx="81">
                  <c:v>0.54651105</c:v>
                </c:pt>
                <c:pt idx="82">
                  <c:v>0.58515510000000004</c:v>
                </c:pt>
                <c:pt idx="83">
                  <c:v>0.59166366000000004</c:v>
                </c:pt>
                <c:pt idx="84">
                  <c:v>0.61693969999999998</c:v>
                </c:pt>
                <c:pt idx="85">
                  <c:v>0.63490765999999998</c:v>
                </c:pt>
                <c:pt idx="86">
                  <c:v>0.65525460000000002</c:v>
                </c:pt>
                <c:pt idx="87">
                  <c:v>0.65022809999999998</c:v>
                </c:pt>
                <c:pt idx="88">
                  <c:v>0.65275985000000003</c:v>
                </c:pt>
                <c:pt idx="89">
                  <c:v>0.65521806000000005</c:v>
                </c:pt>
                <c:pt idx="90">
                  <c:v>0.67949294999999998</c:v>
                </c:pt>
                <c:pt idx="91">
                  <c:v>0.66715853999999997</c:v>
                </c:pt>
                <c:pt idx="92">
                  <c:v>0.69228959999999995</c:v>
                </c:pt>
                <c:pt idx="93">
                  <c:v>0.67496080000000003</c:v>
                </c:pt>
                <c:pt idx="94">
                  <c:v>0.688523</c:v>
                </c:pt>
                <c:pt idx="95">
                  <c:v>0.66956970000000005</c:v>
                </c:pt>
                <c:pt idx="96">
                  <c:v>0.677006</c:v>
                </c:pt>
                <c:pt idx="97">
                  <c:v>0.67650100000000002</c:v>
                </c:pt>
                <c:pt idx="98">
                  <c:v>0.65509459999999997</c:v>
                </c:pt>
                <c:pt idx="99">
                  <c:v>0.63940173</c:v>
                </c:pt>
                <c:pt idx="100">
                  <c:v>0.62157910000000005</c:v>
                </c:pt>
                <c:pt idx="101">
                  <c:v>0.60809564999999999</c:v>
                </c:pt>
                <c:pt idx="102">
                  <c:v>0.5955859</c:v>
                </c:pt>
                <c:pt idx="103">
                  <c:v>0.55805766999999995</c:v>
                </c:pt>
                <c:pt idx="104">
                  <c:v>0.5474639</c:v>
                </c:pt>
                <c:pt idx="105">
                  <c:v>0.52195453999999997</c:v>
                </c:pt>
                <c:pt idx="106">
                  <c:v>0.48200282</c:v>
                </c:pt>
                <c:pt idx="107">
                  <c:v>0.45189669999999998</c:v>
                </c:pt>
                <c:pt idx="108">
                  <c:v>0.41299639999999999</c:v>
                </c:pt>
                <c:pt idx="109">
                  <c:v>0.37855457999999997</c:v>
                </c:pt>
                <c:pt idx="110">
                  <c:v>0.33417039999999998</c:v>
                </c:pt>
                <c:pt idx="111">
                  <c:v>0.29398639999999998</c:v>
                </c:pt>
                <c:pt idx="112">
                  <c:v>0.24358824000000001</c:v>
                </c:pt>
                <c:pt idx="113">
                  <c:v>0.20772557</c:v>
                </c:pt>
                <c:pt idx="114">
                  <c:v>0.18871969</c:v>
                </c:pt>
                <c:pt idx="115">
                  <c:v>0.18647548999999999</c:v>
                </c:pt>
                <c:pt idx="116">
                  <c:v>0.17408092</c:v>
                </c:pt>
                <c:pt idx="117">
                  <c:v>0.18897206999999999</c:v>
                </c:pt>
                <c:pt idx="118">
                  <c:v>0.22897802</c:v>
                </c:pt>
                <c:pt idx="119">
                  <c:v>0.23822974</c:v>
                </c:pt>
                <c:pt idx="120">
                  <c:v>0.28878100000000001</c:v>
                </c:pt>
                <c:pt idx="121">
                  <c:v>0.33130251999999999</c:v>
                </c:pt>
                <c:pt idx="122">
                  <c:v>0.36896794999999999</c:v>
                </c:pt>
                <c:pt idx="123">
                  <c:v>0.40764107999999999</c:v>
                </c:pt>
                <c:pt idx="124">
                  <c:v>0.43814969999999998</c:v>
                </c:pt>
                <c:pt idx="125">
                  <c:v>0.47713095</c:v>
                </c:pt>
                <c:pt idx="126">
                  <c:v>0.49290119999999998</c:v>
                </c:pt>
                <c:pt idx="127">
                  <c:v>0.52997249999999996</c:v>
                </c:pt>
                <c:pt idx="128">
                  <c:v>0.56716200000000005</c:v>
                </c:pt>
                <c:pt idx="129">
                  <c:v>0.57440530000000001</c:v>
                </c:pt>
                <c:pt idx="130">
                  <c:v>0.58795459999999999</c:v>
                </c:pt>
                <c:pt idx="131">
                  <c:v>0.59702796000000002</c:v>
                </c:pt>
                <c:pt idx="132">
                  <c:v>0.61673873999999995</c:v>
                </c:pt>
                <c:pt idx="133">
                  <c:v>0.61918229999999996</c:v>
                </c:pt>
                <c:pt idx="134">
                  <c:v>0.6245309</c:v>
                </c:pt>
                <c:pt idx="135">
                  <c:v>0.62186635000000001</c:v>
                </c:pt>
                <c:pt idx="136">
                  <c:v>0.62307066</c:v>
                </c:pt>
                <c:pt idx="137">
                  <c:v>0.63604826000000003</c:v>
                </c:pt>
                <c:pt idx="138">
                  <c:v>0.63102519999999995</c:v>
                </c:pt>
                <c:pt idx="139">
                  <c:v>0.61917650000000002</c:v>
                </c:pt>
                <c:pt idx="140">
                  <c:v>0.58670849999999997</c:v>
                </c:pt>
                <c:pt idx="141">
                  <c:v>0.57647689999999996</c:v>
                </c:pt>
                <c:pt idx="142">
                  <c:v>0.56852996</c:v>
                </c:pt>
                <c:pt idx="143">
                  <c:v>0.53768753999999996</c:v>
                </c:pt>
                <c:pt idx="144">
                  <c:v>0.51601887000000002</c:v>
                </c:pt>
                <c:pt idx="145">
                  <c:v>0.47463383999999997</c:v>
                </c:pt>
                <c:pt idx="146">
                  <c:v>0.41538867000000002</c:v>
                </c:pt>
                <c:pt idx="147">
                  <c:v>0.36727579999999999</c:v>
                </c:pt>
                <c:pt idx="148">
                  <c:v>0.30771693999999999</c:v>
                </c:pt>
                <c:pt idx="149">
                  <c:v>0.26100877</c:v>
                </c:pt>
                <c:pt idx="150">
                  <c:v>0.21436448</c:v>
                </c:pt>
                <c:pt idx="151">
                  <c:v>0.16782069999999999</c:v>
                </c:pt>
                <c:pt idx="152">
                  <c:v>0.12717296</c:v>
                </c:pt>
                <c:pt idx="153">
                  <c:v>0.10205461</c:v>
                </c:pt>
                <c:pt idx="154">
                  <c:v>0.11807511</c:v>
                </c:pt>
                <c:pt idx="155">
                  <c:v>0.14591055</c:v>
                </c:pt>
                <c:pt idx="156">
                  <c:v>0.17712305</c:v>
                </c:pt>
                <c:pt idx="157">
                  <c:v>0.22447315000000001</c:v>
                </c:pt>
                <c:pt idx="158">
                  <c:v>0.27795500000000001</c:v>
                </c:pt>
                <c:pt idx="159">
                  <c:v>0.32897219999999999</c:v>
                </c:pt>
                <c:pt idx="160">
                  <c:v>0.36593762000000002</c:v>
                </c:pt>
                <c:pt idx="161">
                  <c:v>0.43775213000000002</c:v>
                </c:pt>
                <c:pt idx="162">
                  <c:v>0.45947601999999999</c:v>
                </c:pt>
                <c:pt idx="163">
                  <c:v>0.50292539999999997</c:v>
                </c:pt>
                <c:pt idx="164">
                  <c:v>0.53043704999999997</c:v>
                </c:pt>
                <c:pt idx="165">
                  <c:v>0.55356839999999996</c:v>
                </c:pt>
                <c:pt idx="166">
                  <c:v>0.56885195</c:v>
                </c:pt>
                <c:pt idx="167">
                  <c:v>0.59941299999999997</c:v>
                </c:pt>
                <c:pt idx="168">
                  <c:v>0.59760310000000005</c:v>
                </c:pt>
                <c:pt idx="169">
                  <c:v>0.61060409999999998</c:v>
                </c:pt>
                <c:pt idx="170">
                  <c:v>0.62856509999999999</c:v>
                </c:pt>
                <c:pt idx="171">
                  <c:v>0.631382</c:v>
                </c:pt>
                <c:pt idx="172">
                  <c:v>0.61895710000000004</c:v>
                </c:pt>
                <c:pt idx="173">
                  <c:v>0.6302605</c:v>
                </c:pt>
                <c:pt idx="174">
                  <c:v>0.61727005000000001</c:v>
                </c:pt>
                <c:pt idx="175">
                  <c:v>0.61847174000000005</c:v>
                </c:pt>
                <c:pt idx="176">
                  <c:v>0.59616170000000002</c:v>
                </c:pt>
                <c:pt idx="177">
                  <c:v>0.57862290000000005</c:v>
                </c:pt>
                <c:pt idx="178">
                  <c:v>0.55469420000000003</c:v>
                </c:pt>
                <c:pt idx="179">
                  <c:v>0.55224322999999997</c:v>
                </c:pt>
                <c:pt idx="180">
                  <c:v>0.51747319999999997</c:v>
                </c:pt>
                <c:pt idx="181">
                  <c:v>0.47089064000000003</c:v>
                </c:pt>
                <c:pt idx="182">
                  <c:v>0.45074449999999999</c:v>
                </c:pt>
                <c:pt idx="183">
                  <c:v>0.38656762</c:v>
                </c:pt>
                <c:pt idx="184">
                  <c:v>0.33278410000000003</c:v>
                </c:pt>
                <c:pt idx="185">
                  <c:v>0.28443872999999997</c:v>
                </c:pt>
                <c:pt idx="186">
                  <c:v>0.22357102000000001</c:v>
                </c:pt>
                <c:pt idx="187">
                  <c:v>0.15592076999999999</c:v>
                </c:pt>
                <c:pt idx="188">
                  <c:v>0.105285875</c:v>
                </c:pt>
                <c:pt idx="189">
                  <c:v>8.2016684000000006E-2</c:v>
                </c:pt>
                <c:pt idx="190">
                  <c:v>5.1847886000000003E-2</c:v>
                </c:pt>
                <c:pt idx="191">
                  <c:v>5.9598733000000001E-2</c:v>
                </c:pt>
                <c:pt idx="192">
                  <c:v>9.0325125000000006E-2</c:v>
                </c:pt>
                <c:pt idx="193">
                  <c:v>0.110529535</c:v>
                </c:pt>
                <c:pt idx="194">
                  <c:v>0.17575194</c:v>
                </c:pt>
                <c:pt idx="195">
                  <c:v>0.24311959999999999</c:v>
                </c:pt>
                <c:pt idx="196">
                  <c:v>0.28382444000000001</c:v>
                </c:pt>
                <c:pt idx="197">
                  <c:v>0.3362289</c:v>
                </c:pt>
                <c:pt idx="198">
                  <c:v>0.39359634999999998</c:v>
                </c:pt>
                <c:pt idx="199">
                  <c:v>0.46077089999999998</c:v>
                </c:pt>
                <c:pt idx="200">
                  <c:v>0.51526826999999997</c:v>
                </c:pt>
                <c:pt idx="201">
                  <c:v>0.54665549999999996</c:v>
                </c:pt>
                <c:pt idx="202">
                  <c:v>0.58161359999999995</c:v>
                </c:pt>
                <c:pt idx="203">
                  <c:v>0.60758049999999997</c:v>
                </c:pt>
                <c:pt idx="204">
                  <c:v>0.62861730000000005</c:v>
                </c:pt>
                <c:pt idx="205">
                  <c:v>0.63055044000000005</c:v>
                </c:pt>
                <c:pt idx="206">
                  <c:v>0.64992850000000002</c:v>
                </c:pt>
                <c:pt idx="207">
                  <c:v>0.67201679999999997</c:v>
                </c:pt>
                <c:pt idx="208">
                  <c:v>0.64966214</c:v>
                </c:pt>
                <c:pt idx="209">
                  <c:v>0.65587410000000002</c:v>
                </c:pt>
                <c:pt idx="210">
                  <c:v>0.66130230000000001</c:v>
                </c:pt>
                <c:pt idx="211">
                  <c:v>0.67794860000000001</c:v>
                </c:pt>
                <c:pt idx="212">
                  <c:v>0.64893500000000004</c:v>
                </c:pt>
                <c:pt idx="213">
                  <c:v>0.65686339999999999</c:v>
                </c:pt>
                <c:pt idx="214">
                  <c:v>0.62213099999999999</c:v>
                </c:pt>
                <c:pt idx="215">
                  <c:v>0.61090827000000003</c:v>
                </c:pt>
                <c:pt idx="216">
                  <c:v>0.58822995</c:v>
                </c:pt>
                <c:pt idx="217">
                  <c:v>0.56768847</c:v>
                </c:pt>
                <c:pt idx="218">
                  <c:v>0.55849873999999999</c:v>
                </c:pt>
                <c:pt idx="219">
                  <c:v>0.50892884000000005</c:v>
                </c:pt>
                <c:pt idx="220">
                  <c:v>0.50620012999999997</c:v>
                </c:pt>
                <c:pt idx="221">
                  <c:v>0.47706735</c:v>
                </c:pt>
                <c:pt idx="222">
                  <c:v>0.47220972</c:v>
                </c:pt>
                <c:pt idx="223">
                  <c:v>0.46005917000000002</c:v>
                </c:pt>
                <c:pt idx="224">
                  <c:v>0.47869184999999997</c:v>
                </c:pt>
                <c:pt idx="225">
                  <c:v>0.52356999999999998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C2E-4FBF-86EE-709A3F7EA8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ko-KR" altLang="en-US" sz="1100" b="0">
                    <a:solidFill>
                      <a:srgbClr val="6B7080"/>
                    </a:solidFill>
                  </a:rPr>
                  <a:t>파장 번호 (비식별)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solidFill>
              <a:srgbClr val="D9DDE8"/>
            </a:solidFill>
          </a:ln>
        </c:spPr>
        <c:txPr>
          <a:bodyPr/>
          <a:lstStyle/>
          <a:p>
            <a:pPr>
              <a:defRPr sz="1100">
                <a:solidFill>
                  <a:srgbClr val="6B7080"/>
                </a:solidFill>
              </a:defRPr>
            </a:pPr>
            <a:endParaRPr lang="ko-KR"/>
          </a:p>
        </c:txPr>
        <c:crossAx val="2140495176"/>
        <c:crosses val="autoZero"/>
        <c:auto val="1"/>
        <c:lblAlgn val="ctr"/>
        <c:lblOffset val="100"/>
        <c:tickLblSkip val="25"/>
        <c:tickMarkSkip val="25"/>
        <c:noMultiLvlLbl val="0"/>
      </c:catAx>
      <c:valAx>
        <c:axId val="2140495176"/>
        <c:scaling>
          <c:orientation val="minMax"/>
          <c:max val="1"/>
          <c:min val="-0.2"/>
        </c:scaling>
        <c:delete val="0"/>
        <c:axPos val="l"/>
        <c:majorGridlines>
          <c:spPr>
            <a:ln>
              <a:solidFill>
                <a:srgbClr val="D9DD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ko-KR" altLang="en-US" sz="1100" b="0">
                    <a:solidFill>
                      <a:srgbClr val="6B7080"/>
                    </a:solidFill>
                  </a:rPr>
                  <a:t>반사율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>
            <a:solidFill>
              <a:srgbClr val="D9DDE8"/>
            </a:solidFill>
          </a:ln>
        </c:spPr>
        <c:txPr>
          <a:bodyPr/>
          <a:lstStyle/>
          <a:p>
            <a:pPr>
              <a:defRPr sz="1100">
                <a:solidFill>
                  <a:srgbClr val="6B7080"/>
                </a:solidFill>
              </a:defRPr>
            </a:pPr>
            <a:endParaRPr lang="ko-KR"/>
          </a:p>
        </c:txPr>
        <c:crossAx val="2118791784"/>
        <c:crosses val="autoZero"/>
        <c:crossBetween val="between"/>
        <c:majorUnit val="0.2"/>
      </c:valAx>
    </c:plotArea>
    <c:legend>
      <c:legendPos val="b"/>
      <c:overlay val="0"/>
      <c:txPr>
        <a:bodyPr/>
        <a:lstStyle/>
        <a:p>
          <a:pPr>
            <a:defRPr sz="110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6accca8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6accca8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accca8d1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accca8d1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176d744966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176d744966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-8275" y="-84750"/>
            <a:ext cx="9254700" cy="5231400"/>
          </a:xfrm>
          <a:prstGeom prst="rect">
            <a:avLst/>
          </a:prstGeom>
          <a:solidFill>
            <a:srgbClr val="19264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0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0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0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9" name="Google Shape;49;p10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" name="Google Shape;50;p10"/>
          <p:cNvSpPr/>
          <p:nvPr/>
        </p:nvSpPr>
        <p:spPr>
          <a:xfrm>
            <a:off x="1060050" y="211800"/>
            <a:ext cx="7420500" cy="471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10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/>
          <p:cNvSpPr txBox="1"/>
          <p:nvPr/>
        </p:nvSpPr>
        <p:spPr>
          <a:xfrm>
            <a:off x="146888" y="59400"/>
            <a:ext cx="11295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8기 활동 소개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 b="1">
                <a:solidFill>
                  <a:srgbClr val="777777"/>
                </a:solidFill>
                <a:latin typeface="Nanum Gothic"/>
                <a:ea typeface="Nanum Gothic"/>
                <a:cs typeface="Nanum Gothic"/>
                <a:sym typeface="Nanum Gothic"/>
              </a:rPr>
              <a:t>9기 활동 안내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정기세션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CUAI Github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Basic Track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Advanced Track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스터디 소개</a:t>
            </a:r>
            <a:endParaRPr sz="800" b="1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AI 세미나 소개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CUAI 장학금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1339750" y="2710050"/>
            <a:ext cx="4979400" cy="1618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19264B"/>
                </a:solidFill>
              </a:rPr>
              <a:t>CUAI </a:t>
            </a:r>
            <a:r>
              <a:rPr lang="en-US" altLang="ko" sz="2500" b="1" dirty="0">
                <a:solidFill>
                  <a:srgbClr val="19264B"/>
                </a:solidFill>
              </a:rPr>
              <a:t>Basic 3</a:t>
            </a:r>
            <a:r>
              <a:rPr lang="ko" sz="2500" b="1" dirty="0">
                <a:solidFill>
                  <a:srgbClr val="19264B"/>
                </a:solidFill>
              </a:rPr>
              <a:t>팀</a:t>
            </a:r>
            <a:endParaRPr sz="25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</a:rPr>
              <a:t>202</a:t>
            </a:r>
            <a:r>
              <a:rPr lang="en-US" altLang="ko" dirty="0">
                <a:solidFill>
                  <a:srgbClr val="19264B"/>
                </a:solidFill>
              </a:rPr>
              <a:t>6</a:t>
            </a:r>
            <a:r>
              <a:rPr lang="ko" dirty="0">
                <a:solidFill>
                  <a:srgbClr val="19264B"/>
                </a:solidFill>
              </a:rPr>
              <a:t>.</a:t>
            </a:r>
            <a:r>
              <a:rPr lang="en-US" altLang="ko" dirty="0">
                <a:solidFill>
                  <a:srgbClr val="19264B"/>
                </a:solidFill>
              </a:rPr>
              <a:t>10</a:t>
            </a:r>
            <a:r>
              <a:rPr lang="ko" dirty="0">
                <a:solidFill>
                  <a:srgbClr val="19264B"/>
                </a:solidFill>
              </a:rPr>
              <a:t>.</a:t>
            </a:r>
            <a:r>
              <a:rPr lang="en-US" altLang="ko" dirty="0">
                <a:solidFill>
                  <a:srgbClr val="19264B"/>
                </a:solidFill>
              </a:rPr>
              <a:t>27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rgbClr val="19264B"/>
              </a:solidFill>
            </a:endParaRPr>
          </a:p>
          <a:p>
            <a:pPr>
              <a:lnSpc>
                <a:spcPct val="115000"/>
              </a:lnSpc>
            </a:pPr>
            <a:r>
              <a:rPr lang="ko-KR" altLang="en-US" sz="1100" dirty="0">
                <a:solidFill>
                  <a:srgbClr val="19264B"/>
                </a:solidFill>
              </a:rPr>
              <a:t>팀원</a:t>
            </a:r>
            <a:r>
              <a:rPr lang="en-US" altLang="ko-KR" sz="1100" dirty="0">
                <a:solidFill>
                  <a:srgbClr val="19264B"/>
                </a:solidFill>
              </a:rPr>
              <a:t>: </a:t>
            </a:r>
            <a:r>
              <a:rPr lang="ko-KR" altLang="en-US" sz="1100" dirty="0">
                <a:solidFill>
                  <a:srgbClr val="19264B"/>
                </a:solidFill>
              </a:rPr>
              <a:t>김은수</a:t>
            </a:r>
            <a:r>
              <a:rPr lang="en-US" altLang="ko-KR" sz="1100" dirty="0">
                <a:solidFill>
                  <a:srgbClr val="19264B"/>
                </a:solidFill>
              </a:rPr>
              <a:t>, </a:t>
            </a:r>
            <a:r>
              <a:rPr lang="ko-KR" altLang="en-US" sz="1100" dirty="0">
                <a:solidFill>
                  <a:srgbClr val="19264B"/>
                </a:solidFill>
              </a:rPr>
              <a:t>남동훈</a:t>
            </a:r>
            <a:r>
              <a:rPr lang="en-US" altLang="ko-KR" sz="1100" dirty="0">
                <a:solidFill>
                  <a:srgbClr val="19264B"/>
                </a:solidFill>
              </a:rPr>
              <a:t>, </a:t>
            </a:r>
            <a:r>
              <a:rPr lang="ko-KR" altLang="en-US" sz="1100" dirty="0" err="1">
                <a:solidFill>
                  <a:srgbClr val="19264B"/>
                </a:solidFill>
              </a:rPr>
              <a:t>송현민</a:t>
            </a:r>
            <a:r>
              <a:rPr lang="en-US" altLang="ko-KR" sz="1100" dirty="0">
                <a:solidFill>
                  <a:srgbClr val="19264B"/>
                </a:solidFill>
              </a:rPr>
              <a:t>, </a:t>
            </a:r>
            <a:r>
              <a:rPr lang="ko-KR" altLang="en-US" sz="1100" dirty="0">
                <a:solidFill>
                  <a:srgbClr val="19264B"/>
                </a:solidFill>
              </a:rPr>
              <a:t>최윤서</a:t>
            </a:r>
          </a:p>
        </p:txBody>
      </p:sp>
      <p:cxnSp>
        <p:nvCxnSpPr>
          <p:cNvPr id="65" name="Google Shape;65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project-title"/>
          <p:cNvSpPr txBox="1"/>
          <p:nvPr/>
        </p:nvSpPr>
        <p:spPr>
          <a:xfrm>
            <a:off x="2743200" y="1371600"/>
            <a:ext cx="5943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spcAft>
                <a:spcPts val="0"/>
              </a:spcAft>
              <a:buNone/>
            </a:pPr>
            <a:r>
              <a:rPr lang="ko" sz="2500" b="1">
                <a:solidFill>
                  <a:srgbClr val="19264B"/>
                </a:solidFill>
              </a:rPr>
              <a:t>반사율 스펙트럼 기반</a:t>
            </a:r>
            <a:br/>
            <a:r>
              <a:rPr lang="ko" sz="2500" b="1">
                <a:solidFill>
                  <a:srgbClr val="19264B"/>
                </a:solidFill>
              </a:rPr>
              <a:t>반도체 박막 층별 두께 예측 모델링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2" name="Google Shape;82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1408975" y="306875"/>
            <a:ext cx="73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목차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85" name="agenda-num-1"/>
          <p:cNvSpPr/>
          <p:nvPr/>
        </p:nvSpPr>
        <p:spPr>
          <a:xfrm>
            <a:off x="1408176" y="1188720"/>
            <a:ext cx="548640" cy="548640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eaLnBrk="0"/>
            <a:r>
              <a:rPr lang="ko"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6" name="agenda-label-1"/>
          <p:cNvSpPr txBox="1"/>
          <p:nvPr/>
        </p:nvSpPr>
        <p:spPr>
          <a:xfrm>
            <a:off x="2231136" y="1309151"/>
            <a:ext cx="50292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eaLnBrk="0">
              <a:spcAft>
                <a:spcPts val="0"/>
              </a:spcAft>
              <a:buNone/>
            </a:pPr>
            <a:r>
              <a:rPr lang="ko" sz="2000" b="1" dirty="0">
                <a:solidFill>
                  <a:srgbClr val="19264B"/>
                </a:solidFill>
              </a:rPr>
              <a:t>주제 선정 </a:t>
            </a:r>
            <a:r>
              <a:rPr lang="ko-KR" altLang="en-US" sz="2000" b="1" dirty="0">
                <a:solidFill>
                  <a:srgbClr val="19264B"/>
                </a:solidFill>
              </a:rPr>
              <a:t>이유</a:t>
            </a:r>
            <a:endParaRPr lang="ko" sz="2000" b="1" dirty="0">
              <a:solidFill>
                <a:srgbClr val="19264B"/>
              </a:solidFill>
            </a:endParaRPr>
          </a:p>
        </p:txBody>
      </p:sp>
      <p:sp>
        <p:nvSpPr>
          <p:cNvPr id="87" name="agenda-num-2"/>
          <p:cNvSpPr/>
          <p:nvPr/>
        </p:nvSpPr>
        <p:spPr>
          <a:xfrm>
            <a:off x="1408176" y="2011680"/>
            <a:ext cx="548640" cy="548640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eaLnBrk="0"/>
            <a:r>
              <a:rPr lang="ko"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8" name="agenda-label-2"/>
          <p:cNvSpPr txBox="1"/>
          <p:nvPr/>
        </p:nvSpPr>
        <p:spPr>
          <a:xfrm>
            <a:off x="2231136" y="2011680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eaLnBrk="0">
              <a:spcAft>
                <a:spcPts val="0"/>
              </a:spcAft>
              <a:buNone/>
            </a:pPr>
            <a:r>
              <a:rPr lang="ko" sz="2000" b="1">
                <a:solidFill>
                  <a:srgbClr val="19264B"/>
                </a:solidFill>
              </a:rPr>
              <a:t>배경지식</a:t>
            </a:r>
          </a:p>
        </p:txBody>
      </p:sp>
      <p:sp>
        <p:nvSpPr>
          <p:cNvPr id="89" name="agenda-num-3"/>
          <p:cNvSpPr/>
          <p:nvPr/>
        </p:nvSpPr>
        <p:spPr>
          <a:xfrm>
            <a:off x="1408176" y="2834640"/>
            <a:ext cx="548640" cy="548640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eaLnBrk="0"/>
            <a:r>
              <a:rPr lang="ko"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0" name="agenda-label-3"/>
          <p:cNvSpPr txBox="1"/>
          <p:nvPr/>
        </p:nvSpPr>
        <p:spPr>
          <a:xfrm>
            <a:off x="2231136" y="2834640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eaLnBrk="0">
              <a:spcAft>
                <a:spcPts val="0"/>
              </a:spcAft>
              <a:buNone/>
            </a:pPr>
            <a:r>
              <a:rPr lang="ko" sz="2000" b="1">
                <a:solidFill>
                  <a:srgbClr val="19264B"/>
                </a:solidFill>
              </a:rPr>
              <a:t>데이터셋 구성</a:t>
            </a:r>
          </a:p>
        </p:txBody>
      </p:sp>
      <p:sp>
        <p:nvSpPr>
          <p:cNvPr id="2" name="agenda-num-4"/>
          <p:cNvSpPr/>
          <p:nvPr/>
        </p:nvSpPr>
        <p:spPr>
          <a:xfrm>
            <a:off x="1408176" y="3657600"/>
            <a:ext cx="548640" cy="548640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eaLnBrk="0"/>
            <a:r>
              <a:rPr lang="ko"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" name="agenda-label-4"/>
          <p:cNvSpPr txBox="1"/>
          <p:nvPr/>
        </p:nvSpPr>
        <p:spPr>
          <a:xfrm>
            <a:off x="2231136" y="3657600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eaLnBrk="0">
              <a:spcAft>
                <a:spcPts val="0"/>
              </a:spcAft>
              <a:buNone/>
            </a:pPr>
            <a:r>
              <a:rPr lang="ko" sz="2000" b="1">
                <a:solidFill>
                  <a:srgbClr val="19264B"/>
                </a:solidFill>
              </a:rPr>
              <a:t>향후 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306875"/>
            <a:ext cx="73000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주제 선정 </a:t>
            </a: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이유</a:t>
            </a:r>
            <a:endParaRPr sz="2000" dirty="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93" name="motive-card-1"/>
          <p:cNvSpPr/>
          <p:nvPr/>
        </p:nvSpPr>
        <p:spPr>
          <a:xfrm>
            <a:off x="1408176" y="1188720"/>
            <a:ext cx="2148840" cy="1737360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motive-head-1"/>
          <p:cNvSpPr txBox="1"/>
          <p:nvPr/>
        </p:nvSpPr>
        <p:spPr>
          <a:xfrm>
            <a:off x="1591056" y="137160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spcAft>
                <a:spcPts val="0"/>
              </a:spcAft>
              <a:buNone/>
            </a:pPr>
            <a:r>
              <a:rPr lang="ko" sz="1800" b="1">
                <a:solidFill>
                  <a:srgbClr val="19264B"/>
                </a:solidFill>
              </a:rPr>
              <a:t>문제</a:t>
            </a:r>
          </a:p>
        </p:txBody>
      </p:sp>
      <p:sp>
        <p:nvSpPr>
          <p:cNvPr id="95" name="motive-body-1"/>
          <p:cNvSpPr txBox="1"/>
          <p:nvPr/>
        </p:nvSpPr>
        <p:spPr>
          <a:xfrm>
            <a:off x="1591056" y="1874520"/>
            <a:ext cx="1783080" cy="868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eaLnBrk="0">
              <a:spcAft>
                <a:spcPts val="0"/>
              </a:spcAft>
              <a:buNone/>
            </a:pPr>
            <a:r>
              <a:rPr lang="ko" sz="1600" b="0">
                <a:solidFill>
                  <a:srgbClr val="333333"/>
                </a:solidFill>
              </a:rPr>
              <a:t>두께 오차</a:t>
            </a:r>
            <a:br/>
            <a:r>
              <a:rPr lang="ko" sz="1600" b="0">
                <a:solidFill>
                  <a:srgbClr val="333333"/>
                </a:solidFill>
              </a:rPr>
              <a:t>→ 소자 성능 저하</a:t>
            </a:r>
          </a:p>
        </p:txBody>
      </p:sp>
      <p:sp>
        <p:nvSpPr>
          <p:cNvPr id="96" name="motive-arrow-1"/>
          <p:cNvSpPr/>
          <p:nvPr/>
        </p:nvSpPr>
        <p:spPr>
          <a:xfrm>
            <a:off x="3648456" y="1874520"/>
            <a:ext cx="256032" cy="365760"/>
          </a:xfrm>
          <a:prstGeom prst="chevron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motive-card-2"/>
          <p:cNvSpPr/>
          <p:nvPr/>
        </p:nvSpPr>
        <p:spPr>
          <a:xfrm>
            <a:off x="3995928" y="1188720"/>
            <a:ext cx="2148840" cy="1737360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motive-head-2"/>
          <p:cNvSpPr txBox="1"/>
          <p:nvPr/>
        </p:nvSpPr>
        <p:spPr>
          <a:xfrm>
            <a:off x="4178808" y="137160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spcAft>
                <a:spcPts val="0"/>
              </a:spcAft>
              <a:buNone/>
            </a:pPr>
            <a:r>
              <a:rPr lang="ko" sz="1800" b="1">
                <a:solidFill>
                  <a:srgbClr val="19264B"/>
                </a:solidFill>
              </a:rPr>
              <a:t>한계</a:t>
            </a:r>
          </a:p>
        </p:txBody>
      </p:sp>
      <p:sp>
        <p:nvSpPr>
          <p:cNvPr id="99" name="motive-body-2"/>
          <p:cNvSpPr txBox="1"/>
          <p:nvPr/>
        </p:nvSpPr>
        <p:spPr>
          <a:xfrm>
            <a:off x="4178808" y="1874520"/>
            <a:ext cx="1783080" cy="868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eaLnBrk="0">
              <a:spcAft>
                <a:spcPts val="0"/>
              </a:spcAft>
              <a:buNone/>
            </a:pPr>
            <a:r>
              <a:rPr lang="ko" sz="1600" b="0">
                <a:solidFill>
                  <a:srgbClr val="333333"/>
                </a:solidFill>
              </a:rPr>
              <a:t>분석에 전문가와</a:t>
            </a:r>
            <a:br/>
            <a:r>
              <a:rPr lang="ko" sz="1600" b="0">
                <a:solidFill>
                  <a:srgbClr val="333333"/>
                </a:solidFill>
              </a:rPr>
              <a:t>연산 자원 필요</a:t>
            </a:r>
          </a:p>
        </p:txBody>
      </p:sp>
      <p:sp>
        <p:nvSpPr>
          <p:cNvPr id="100" name="motive-arrow-2"/>
          <p:cNvSpPr/>
          <p:nvPr/>
        </p:nvSpPr>
        <p:spPr>
          <a:xfrm>
            <a:off x="6236208" y="1874520"/>
            <a:ext cx="256032" cy="365760"/>
          </a:xfrm>
          <a:prstGeom prst="chevron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motive-card-3"/>
          <p:cNvSpPr/>
          <p:nvPr/>
        </p:nvSpPr>
        <p:spPr>
          <a:xfrm>
            <a:off x="6583680" y="1188720"/>
            <a:ext cx="2148840" cy="1737360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motive-head-3"/>
          <p:cNvSpPr txBox="1"/>
          <p:nvPr/>
        </p:nvSpPr>
        <p:spPr>
          <a:xfrm>
            <a:off x="6766560" y="137160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spcAft>
                <a:spcPts val="0"/>
              </a:spcAft>
              <a:buNone/>
            </a:pPr>
            <a:r>
              <a:rPr lang="ko" sz="1800" b="1">
                <a:solidFill>
                  <a:srgbClr val="19264B"/>
                </a:solidFill>
              </a:rPr>
              <a:t>목표</a:t>
            </a:r>
          </a:p>
        </p:txBody>
      </p:sp>
      <p:sp>
        <p:nvSpPr>
          <p:cNvPr id="103" name="motive-body-3"/>
          <p:cNvSpPr txBox="1"/>
          <p:nvPr/>
        </p:nvSpPr>
        <p:spPr>
          <a:xfrm>
            <a:off x="6766560" y="1874520"/>
            <a:ext cx="1783080" cy="868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eaLnBrk="0">
              <a:spcAft>
                <a:spcPts val="0"/>
              </a:spcAft>
              <a:buNone/>
            </a:pPr>
            <a:r>
              <a:rPr lang="ko" sz="1600" b="0">
                <a:solidFill>
                  <a:srgbClr val="333333"/>
                </a:solidFill>
              </a:rPr>
              <a:t>스펙트럼으로</a:t>
            </a:r>
            <a:br/>
            <a:r>
              <a:rPr lang="ko" sz="1600" b="0">
                <a:solidFill>
                  <a:srgbClr val="333333"/>
                </a:solidFill>
              </a:rPr>
              <a:t>두께 예측</a:t>
            </a:r>
          </a:p>
        </p:txBody>
      </p:sp>
      <p:pic>
        <p:nvPicPr>
          <p:cNvPr id="104" name="nand-structure-1" descr="3D NAND 구조: 텅스텐과 산화막이 번갈아 수직으로 적층된 단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176" y="3108960"/>
            <a:ext cx="3017520" cy="1560029"/>
          </a:xfrm>
          <a:prstGeom prst="rect">
            <a:avLst/>
          </a:prstGeom>
        </p:spPr>
      </p:pic>
      <p:pic>
        <p:nvPicPr>
          <p:cNvPr id="106" name="nand-structure-2" descr="3D NAND 셀 구조: 채널, 전하 트랩, 제어 게이트가 수직으로 적층된 도식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016" y="3108960"/>
            <a:ext cx="2273659" cy="1560029"/>
          </a:xfrm>
          <a:prstGeom prst="rect">
            <a:avLst/>
          </a:prstGeom>
        </p:spPr>
      </p:pic>
      <p:sp>
        <p:nvSpPr>
          <p:cNvPr id="120" name="nand-caption"/>
          <p:cNvSpPr txBox="1"/>
          <p:nvPr/>
        </p:nvSpPr>
        <p:spPr>
          <a:xfrm>
            <a:off x="1408176" y="4700000"/>
            <a:ext cx="60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rtlCol="0" anchor="t">
            <a:noAutofit/>
          </a:bodyPr>
          <a:lstStyle/>
          <a:p>
            <a:pPr algn="l" eaLnBrk="0"/>
            <a:r>
              <a:rPr lang="ko" sz="1100" b="0" dirty="0">
                <a:solidFill>
                  <a:srgbClr val="6B7080"/>
                </a:solidFill>
              </a:rPr>
              <a:t>그림 : 3D NAND 적층 구조 예시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306875"/>
            <a:ext cx="73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광스펙트럼 분석과 한계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93" name="analysis-text"/>
          <p:cNvSpPr txBox="1"/>
          <p:nvPr/>
        </p:nvSpPr>
        <p:spPr>
          <a:xfrm>
            <a:off x="1408176" y="1188720"/>
            <a:ext cx="3108960" cy="2743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182880" indent="-182880" algn="l" eaLnBrk="0">
              <a:spcAft>
                <a:spcPts val="1200"/>
              </a:spcAft>
              <a:buFont typeface="Arial"/>
              <a:buChar char="•"/>
            </a:pPr>
            <a:r>
              <a:rPr lang="ko" sz="1400" b="1">
                <a:solidFill>
                  <a:srgbClr val="19264B"/>
                </a:solidFill>
              </a:rPr>
              <a:t>광스펙트럼</a:t>
            </a:r>
            <a:r>
              <a:rPr lang="ko" sz="1400" b="0">
                <a:solidFill>
                  <a:srgbClr val="333333"/>
                </a:solidFill>
              </a:rPr>
              <a:t> : 빛을 파장별</a:t>
            </a:r>
            <a:br/>
            <a:r>
              <a:rPr lang="ko" sz="1400" b="0">
                <a:solidFill>
                  <a:srgbClr val="333333"/>
                </a:solidFill>
              </a:rPr>
              <a:t>세기로 나눈 것</a:t>
            </a:r>
          </a:p>
          <a:p>
            <a:pPr marL="182880" indent="-182880" algn="l" eaLnBrk="0">
              <a:spcAft>
                <a:spcPts val="1200"/>
              </a:spcAft>
              <a:buFont typeface="Arial"/>
              <a:buChar char="•"/>
            </a:pPr>
            <a:r>
              <a:rPr lang="ko" sz="1400" b="1">
                <a:solidFill>
                  <a:srgbClr val="19264B"/>
                </a:solidFill>
              </a:rPr>
              <a:t>전문 지식</a:t>
            </a:r>
            <a:r>
              <a:rPr lang="ko" sz="1400" b="0">
                <a:solidFill>
                  <a:srgbClr val="333333"/>
                </a:solidFill>
              </a:rPr>
              <a:t> : 층별 광학 모델과</a:t>
            </a:r>
            <a:br/>
            <a:r>
              <a:rPr lang="ko" sz="1400" b="0">
                <a:solidFill>
                  <a:srgbClr val="333333"/>
                </a:solidFill>
              </a:rPr>
              <a:t>물성값 설정 필요</a:t>
            </a:r>
          </a:p>
          <a:p>
            <a:pPr marL="182880" indent="-182880" algn="l" eaLnBrk="0">
              <a:spcAft>
                <a:spcPts val="0"/>
              </a:spcAft>
              <a:buFont typeface="Arial"/>
              <a:buChar char="•"/>
            </a:pPr>
            <a:r>
              <a:rPr lang="ko" sz="1400" b="1">
                <a:solidFill>
                  <a:srgbClr val="19264B"/>
                </a:solidFill>
              </a:rPr>
              <a:t>연산</a:t>
            </a:r>
            <a:r>
              <a:rPr lang="ko" sz="1400" b="0">
                <a:solidFill>
                  <a:srgbClr val="333333"/>
                </a:solidFill>
              </a:rPr>
              <a:t> : 두께를 바꿔가며</a:t>
            </a:r>
            <a:br/>
            <a:r>
              <a:rPr lang="ko" sz="1400" b="0">
                <a:solidFill>
                  <a:srgbClr val="333333"/>
                </a:solidFill>
              </a:rPr>
              <a:t>스펙트럼 계산·비교 반복</a:t>
            </a:r>
          </a:p>
        </p:txBody>
      </p:sp>
      <p:sp>
        <p:nvSpPr>
          <p:cNvPr id="94" name="loop-1"/>
          <p:cNvSpPr/>
          <p:nvPr/>
        </p:nvSpPr>
        <p:spPr>
          <a:xfrm>
            <a:off x="4709160" y="1371600"/>
            <a:ext cx="1554480" cy="685800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eaLnBrk="0"/>
            <a:r>
              <a:rPr lang="ko" sz="1400" b="1">
                <a:solidFill>
                  <a:srgbClr val="FFFFFF"/>
                </a:solidFill>
              </a:rPr>
              <a:t>두께 가정</a:t>
            </a:r>
          </a:p>
        </p:txBody>
      </p:sp>
      <p:sp>
        <p:nvSpPr>
          <p:cNvPr id="95" name="loop-2"/>
          <p:cNvSpPr/>
          <p:nvPr/>
        </p:nvSpPr>
        <p:spPr>
          <a:xfrm>
            <a:off x="6812280" y="1371600"/>
            <a:ext cx="1554480" cy="685800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eaLnBrk="0"/>
            <a:r>
              <a:rPr lang="ko" sz="1400" b="1">
                <a:solidFill>
                  <a:srgbClr val="FFFFFF"/>
                </a:solidFill>
              </a:rPr>
              <a:t>스펙트럼 계산</a:t>
            </a:r>
          </a:p>
        </p:txBody>
      </p:sp>
      <p:sp>
        <p:nvSpPr>
          <p:cNvPr id="96" name="loop-3"/>
          <p:cNvSpPr/>
          <p:nvPr/>
        </p:nvSpPr>
        <p:spPr>
          <a:xfrm>
            <a:off x="6812280" y="2606040"/>
            <a:ext cx="1554480" cy="685800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eaLnBrk="0"/>
            <a:r>
              <a:rPr lang="ko" sz="1400" b="1">
                <a:solidFill>
                  <a:srgbClr val="FFFFFF"/>
                </a:solidFill>
              </a:rPr>
              <a:t>측정값과 비교</a:t>
            </a:r>
          </a:p>
        </p:txBody>
      </p:sp>
      <p:sp>
        <p:nvSpPr>
          <p:cNvPr id="97" name="loop-4"/>
          <p:cNvSpPr/>
          <p:nvPr/>
        </p:nvSpPr>
        <p:spPr>
          <a:xfrm>
            <a:off x="4709160" y="2606040"/>
            <a:ext cx="1554480" cy="685800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eaLnBrk="0"/>
            <a:r>
              <a:rPr lang="ko" sz="1400" b="1">
                <a:solidFill>
                  <a:srgbClr val="FFFFFF"/>
                </a:solidFill>
              </a:rPr>
              <a:t>두께 수정</a:t>
            </a:r>
          </a:p>
        </p:txBody>
      </p:sp>
      <p:sp>
        <p:nvSpPr>
          <p:cNvPr id="98" name="loop-arrow-1"/>
          <p:cNvSpPr/>
          <p:nvPr/>
        </p:nvSpPr>
        <p:spPr>
          <a:xfrm>
            <a:off x="6355080" y="1554480"/>
            <a:ext cx="365760" cy="320040"/>
          </a:xfrm>
          <a:prstGeom prst="rightArrow">
            <a:avLst/>
          </a:prstGeom>
          <a:solidFill>
            <a:srgbClr val="C5D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loop-arrow-2"/>
          <p:cNvSpPr/>
          <p:nvPr/>
        </p:nvSpPr>
        <p:spPr>
          <a:xfrm>
            <a:off x="7429500" y="2148840"/>
            <a:ext cx="320040" cy="365760"/>
          </a:xfrm>
          <a:prstGeom prst="downArrow">
            <a:avLst/>
          </a:prstGeom>
          <a:solidFill>
            <a:srgbClr val="C5D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loop-arrow-3"/>
          <p:cNvSpPr/>
          <p:nvPr/>
        </p:nvSpPr>
        <p:spPr>
          <a:xfrm>
            <a:off x="6355080" y="2788920"/>
            <a:ext cx="365760" cy="320040"/>
          </a:xfrm>
          <a:prstGeom prst="leftArrow">
            <a:avLst/>
          </a:prstGeom>
          <a:solidFill>
            <a:srgbClr val="C5D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loop-arrow-4"/>
          <p:cNvSpPr/>
          <p:nvPr/>
        </p:nvSpPr>
        <p:spPr>
          <a:xfrm>
            <a:off x="5326380" y="2148840"/>
            <a:ext cx="320040" cy="365760"/>
          </a:xfrm>
          <a:prstGeom prst="upArrow">
            <a:avLst/>
          </a:prstGeom>
          <a:solidFill>
            <a:srgbClr val="C5D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loop-caption"/>
          <p:cNvSpPr txBox="1"/>
          <p:nvPr/>
        </p:nvSpPr>
        <p:spPr>
          <a:xfrm>
            <a:off x="4709160" y="3566160"/>
            <a:ext cx="36576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eaLnBrk="0">
              <a:spcAft>
                <a:spcPts val="0"/>
              </a:spcAft>
              <a:buNone/>
            </a:pPr>
            <a:r>
              <a:rPr lang="ko" sz="1200" b="0">
                <a:solidFill>
                  <a:srgbClr val="6B7080"/>
                </a:solidFill>
              </a:rPr>
              <a:t>오차가 충분히 작아질 때까지 반복</a:t>
            </a:r>
          </a:p>
        </p:txBody>
      </p:sp>
      <p:sp>
        <p:nvSpPr>
          <p:cNvPr id="121" name="ml-takeaway"/>
          <p:cNvSpPr txBox="1"/>
          <p:nvPr/>
        </p:nvSpPr>
        <p:spPr>
          <a:xfrm>
            <a:off x="1408176" y="4000000"/>
            <a:ext cx="7324344" cy="560000"/>
          </a:xfrm>
          <a:prstGeom prst="rect">
            <a:avLst/>
          </a:prstGeom>
          <a:solidFill>
            <a:srgbClr val="EEF1F8"/>
          </a:solidFill>
          <a:ln>
            <a:noFill/>
          </a:ln>
        </p:spPr>
        <p:txBody>
          <a:bodyPr wrap="square" lIns="182880" tIns="45720" rIns="91440" bIns="45720" rtlCol="0" anchor="ctr">
            <a:noAutofit/>
          </a:bodyPr>
          <a:lstStyle/>
          <a:p>
            <a:pPr algn="l" eaLnBrk="0"/>
            <a:r>
              <a:rPr lang="ko-KR" altLang="en-US" b="1" dirty="0">
                <a:solidFill>
                  <a:srgbClr val="19264B"/>
                </a:solidFill>
              </a:rPr>
              <a:t>딥</a:t>
            </a:r>
            <a:r>
              <a:rPr lang="ko" sz="1400" b="1" dirty="0">
                <a:solidFill>
                  <a:srgbClr val="19264B"/>
                </a:solidFill>
              </a:rPr>
              <a:t>러닝</a:t>
            </a:r>
            <a:r>
              <a:rPr lang="en-US" altLang="ko" sz="1400" b="1" dirty="0">
                <a:solidFill>
                  <a:srgbClr val="19264B"/>
                </a:solidFill>
              </a:rPr>
              <a:t> </a:t>
            </a:r>
            <a:r>
              <a:rPr lang="ko-KR" altLang="en-US" sz="1400" b="1" dirty="0">
                <a:solidFill>
                  <a:srgbClr val="19264B"/>
                </a:solidFill>
              </a:rPr>
              <a:t>모델</a:t>
            </a:r>
            <a:r>
              <a:rPr lang="ko" sz="1400" b="1" dirty="0">
                <a:solidFill>
                  <a:srgbClr val="19264B"/>
                </a:solidFill>
              </a:rPr>
              <a:t>: </a:t>
            </a:r>
            <a:r>
              <a:rPr lang="ko" sz="1400" b="0" dirty="0">
                <a:solidFill>
                  <a:srgbClr val="333333"/>
                </a:solidFill>
              </a:rPr>
              <a:t>학습해 두면 스펙트럼 입력만으로 두께를 바로 예측 (반복 계산 불필요)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306875"/>
            <a:ext cx="73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배경지식 1. 박막과 소자 구조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93" name="structure-text"/>
          <p:cNvSpPr txBox="1"/>
          <p:nvPr/>
        </p:nvSpPr>
        <p:spPr>
          <a:xfrm>
            <a:off x="1408176" y="1188720"/>
            <a:ext cx="3200400" cy="3017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182880" indent="-182880" algn="l" eaLnBrk="0">
              <a:spcAft>
                <a:spcPts val="1000"/>
              </a:spcAft>
              <a:buFont typeface="Arial"/>
              <a:buChar char="•"/>
            </a:pPr>
            <a:r>
              <a:rPr lang="ko" sz="1400" b="1">
                <a:solidFill>
                  <a:srgbClr val="19264B"/>
                </a:solidFill>
              </a:rPr>
              <a:t>박막</a:t>
            </a:r>
            <a:r>
              <a:rPr lang="ko" sz="1400" b="0">
                <a:solidFill>
                  <a:srgbClr val="333333"/>
                </a:solidFill>
              </a:rPr>
              <a:t> : 얇은 반도체 막,</a:t>
            </a:r>
            <a:br/>
            <a:r>
              <a:rPr lang="ko" sz="1400" b="0">
                <a:solidFill>
                  <a:srgbClr val="333333"/>
                </a:solidFill>
              </a:rPr>
              <a:t>종류와 두께가 소자 특성 결정</a:t>
            </a:r>
          </a:p>
          <a:p>
            <a:pPr marL="182880" indent="-182880" algn="l" eaLnBrk="0">
              <a:spcAft>
                <a:spcPts val="0"/>
              </a:spcAft>
              <a:buFont typeface="Arial"/>
              <a:buChar char="•"/>
            </a:pPr>
            <a:r>
              <a:rPr lang="ko" sz="1400" b="1">
                <a:solidFill>
                  <a:srgbClr val="19264B"/>
                </a:solidFill>
              </a:rPr>
              <a:t>예측 대상</a:t>
            </a:r>
            <a:r>
              <a:rPr lang="ko" sz="1400" b="0">
                <a:solidFill>
                  <a:srgbClr val="333333"/>
                </a:solidFill>
              </a:rPr>
              <a:t> : layer_1~4 두께</a:t>
            </a:r>
          </a:p>
        </p:txBody>
      </p:sp>
      <p:sp>
        <p:nvSpPr>
          <p:cNvPr id="94" name="layer-1"/>
          <p:cNvSpPr/>
          <p:nvPr/>
        </p:nvSpPr>
        <p:spPr>
          <a:xfrm>
            <a:off x="4846320" y="1188720"/>
            <a:ext cx="3840480" cy="548640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eaLnBrk="0"/>
            <a:r>
              <a:rPr lang="ko" sz="1400" b="1">
                <a:solidFill>
                  <a:srgbClr val="FFFFFF"/>
                </a:solidFill>
              </a:rPr>
              <a:t>layer_1 · 질화규소 (SiN)</a:t>
            </a:r>
          </a:p>
        </p:txBody>
      </p:sp>
      <p:sp>
        <p:nvSpPr>
          <p:cNvPr id="95" name="layer-2"/>
          <p:cNvSpPr/>
          <p:nvPr/>
        </p:nvSpPr>
        <p:spPr>
          <a:xfrm>
            <a:off x="4846320" y="1773936"/>
            <a:ext cx="3840480" cy="548640"/>
          </a:xfrm>
          <a:prstGeom prst="rect">
            <a:avLst/>
          </a:prstGeom>
          <a:solidFill>
            <a:srgbClr val="C5D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eaLnBrk="0"/>
            <a:r>
              <a:rPr lang="ko" sz="1400" b="1">
                <a:solidFill>
                  <a:srgbClr val="19264B"/>
                </a:solidFill>
              </a:rPr>
              <a:t>layer_2 · 이산화규소 (SiO₂)</a:t>
            </a:r>
          </a:p>
        </p:txBody>
      </p:sp>
      <p:sp>
        <p:nvSpPr>
          <p:cNvPr id="96" name="layer-3"/>
          <p:cNvSpPr/>
          <p:nvPr/>
        </p:nvSpPr>
        <p:spPr>
          <a:xfrm>
            <a:off x="4846320" y="2359152"/>
            <a:ext cx="3840480" cy="548640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eaLnBrk="0"/>
            <a:r>
              <a:rPr lang="ko" sz="1400" b="1">
                <a:solidFill>
                  <a:srgbClr val="FFFFFF"/>
                </a:solidFill>
              </a:rPr>
              <a:t>layer_3 · 질화규소 (SiN)</a:t>
            </a:r>
          </a:p>
        </p:txBody>
      </p:sp>
      <p:sp>
        <p:nvSpPr>
          <p:cNvPr id="97" name="layer-4"/>
          <p:cNvSpPr/>
          <p:nvPr/>
        </p:nvSpPr>
        <p:spPr>
          <a:xfrm>
            <a:off x="4846320" y="2944368"/>
            <a:ext cx="3840480" cy="548640"/>
          </a:xfrm>
          <a:prstGeom prst="rect">
            <a:avLst/>
          </a:prstGeom>
          <a:solidFill>
            <a:srgbClr val="C5D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eaLnBrk="0"/>
            <a:r>
              <a:rPr lang="ko" sz="1400" b="1">
                <a:solidFill>
                  <a:srgbClr val="19264B"/>
                </a:solidFill>
              </a:rPr>
              <a:t>layer_4 · 이산화규소 (SiO₂)</a:t>
            </a:r>
          </a:p>
        </p:txBody>
      </p:sp>
      <p:sp>
        <p:nvSpPr>
          <p:cNvPr id="98" name="substrate"/>
          <p:cNvSpPr/>
          <p:nvPr/>
        </p:nvSpPr>
        <p:spPr>
          <a:xfrm>
            <a:off x="4846320" y="3529584"/>
            <a:ext cx="3840480" cy="640080"/>
          </a:xfrm>
          <a:prstGeom prst="rect">
            <a:avLst/>
          </a:prstGeom>
          <a:solidFill>
            <a:srgbClr val="8A9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eaLnBrk="0"/>
            <a:r>
              <a:rPr lang="ko" sz="1400" b="1">
                <a:solidFill>
                  <a:srgbClr val="FFFFFF"/>
                </a:solidFill>
              </a:rPr>
              <a:t>규소 (Si) 기판</a:t>
            </a:r>
          </a:p>
        </p:txBody>
      </p:sp>
      <p:sp>
        <p:nvSpPr>
          <p:cNvPr id="124" name="output-callout"/>
          <p:cNvSpPr txBox="1"/>
          <p:nvPr/>
        </p:nvSpPr>
        <p:spPr>
          <a:xfrm>
            <a:off x="4846320" y="4290000"/>
            <a:ext cx="3840480" cy="600000"/>
          </a:xfrm>
          <a:prstGeom prst="rect">
            <a:avLst/>
          </a:prstGeom>
          <a:solidFill>
            <a:srgbClr val="EEF1F8"/>
          </a:solidFill>
          <a:ln>
            <a:noFill/>
          </a:ln>
        </p:spPr>
        <p:txBody>
          <a:bodyPr wrap="square" lIns="182880" tIns="45720" rIns="91440" bIns="45720" rtlCol="0" anchor="ctr">
            <a:noAutofit/>
          </a:bodyPr>
          <a:lstStyle/>
          <a:p>
            <a:pPr algn="l" eaLnBrk="0"/>
            <a:r>
              <a:rPr lang="ko" sz="1400" b="1">
                <a:solidFill>
                  <a:srgbClr val="19264B"/>
                </a:solidFill>
              </a:rPr>
              <a:t>출력 (Target, Y)</a:t>
            </a:r>
          </a:p>
          <a:p>
            <a:pPr algn="l" eaLnBrk="0"/>
            <a:r>
              <a:rPr lang="ko" sz="1400" b="0">
                <a:solidFill>
                  <a:srgbClr val="333333"/>
                </a:solidFill>
              </a:rPr>
              <a:t>layer_1~4 두께 4개 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306875"/>
            <a:ext cx="73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배경지식 2. 반사율 스펙트럼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93" name="spectrum-text"/>
          <p:cNvSpPr txBox="1"/>
          <p:nvPr/>
        </p:nvSpPr>
        <p:spPr>
          <a:xfrm>
            <a:off x="1408176" y="1005840"/>
            <a:ext cx="3017520" cy="1828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182880" indent="-182880" algn="l" eaLnBrk="0">
              <a:spcAft>
                <a:spcPts val="1000"/>
              </a:spcAft>
              <a:buFont typeface="Arial"/>
              <a:buChar char="•"/>
            </a:pPr>
            <a:r>
              <a:rPr lang="ko" sz="1400" b="1">
                <a:solidFill>
                  <a:srgbClr val="19264B"/>
                </a:solidFill>
              </a:rPr>
              <a:t>반사율</a:t>
            </a:r>
            <a:r>
              <a:rPr lang="ko" sz="1400" b="0">
                <a:solidFill>
                  <a:srgbClr val="333333"/>
                </a:solidFill>
              </a:rPr>
              <a:t> : 반사광 ÷ 입사광</a:t>
            </a:r>
          </a:p>
          <a:p>
            <a:pPr marL="182880" indent="-182880" algn="l" eaLnBrk="0">
              <a:spcAft>
                <a:spcPts val="1000"/>
              </a:spcAft>
              <a:buFont typeface="Arial"/>
              <a:buChar char="•"/>
            </a:pPr>
            <a:r>
              <a:rPr lang="ko" sz="1400" b="1">
                <a:solidFill>
                  <a:srgbClr val="19264B"/>
                </a:solidFill>
              </a:rPr>
              <a:t>스펙트럼</a:t>
            </a:r>
            <a:r>
              <a:rPr lang="ko" sz="1400" b="0">
                <a:solidFill>
                  <a:srgbClr val="333333"/>
                </a:solidFill>
              </a:rPr>
              <a:t> : 파장별 반사율 분포</a:t>
            </a:r>
          </a:p>
          <a:p>
            <a:pPr marL="182880" indent="-182880" algn="l" eaLnBrk="0">
              <a:spcAft>
                <a:spcPts val="0"/>
              </a:spcAft>
              <a:buFont typeface="Arial"/>
              <a:buChar char="•"/>
            </a:pPr>
            <a:r>
              <a:rPr lang="ko" sz="1400" b="1">
                <a:solidFill>
                  <a:srgbClr val="19264B"/>
                </a:solidFill>
              </a:rPr>
              <a:t>박막 간섭</a:t>
            </a:r>
            <a:r>
              <a:rPr lang="ko" sz="1400" b="0">
                <a:solidFill>
                  <a:srgbClr val="333333"/>
                </a:solidFill>
              </a:rPr>
              <a:t> : 층 경계 반사광이</a:t>
            </a:r>
            <a:br/>
            <a:r>
              <a:rPr lang="ko" sz="1400" b="0">
                <a:solidFill>
                  <a:srgbClr val="333333"/>
                </a:solidFill>
              </a:rPr>
              <a:t>겹쳐 두께에 따라 곡선이 변함</a:t>
            </a:r>
          </a:p>
        </p:txBody>
      </p:sp>
      <p:pic>
        <p:nvPicPr>
          <p:cNvPr id="94" name="thin-film-diagram" descr="박막의 위·아래 경계에서 반사된 빛의 경로차를 보여주는 도식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176" y="2743200"/>
            <a:ext cx="1737360" cy="1555480"/>
          </a:xfrm>
          <a:prstGeom prst="rect">
            <a:avLst/>
          </a:prstGeom>
        </p:spPr>
      </p:pic>
      <p:sp>
        <p:nvSpPr>
          <p:cNvPr id="95" name="diagram-credit"/>
          <p:cNvSpPr txBox="1"/>
          <p:nvPr/>
        </p:nvSpPr>
        <p:spPr>
          <a:xfrm>
            <a:off x="1408176" y="4353544"/>
            <a:ext cx="301752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eaLnBrk="0">
              <a:spcAft>
                <a:spcPts val="0"/>
              </a:spcAft>
              <a:buNone/>
            </a:pPr>
            <a:r>
              <a:rPr lang="ko" sz="1100" b="0">
                <a:solidFill>
                  <a:srgbClr val="6B7080"/>
                </a:solidFill>
              </a:rPr>
              <a:t>출처 : Nicoguaro</a:t>
            </a:r>
            <a:br/>
            <a:r>
              <a:rPr lang="ko" sz="1100" b="0">
                <a:solidFill>
                  <a:srgbClr val="6B7080"/>
                </a:solidFill>
              </a:rPr>
              <a:t>CC BY 4.0, via Wikimedia Commons</a:t>
            </a:r>
          </a:p>
        </p:txBody>
      </p:sp>
      <p:graphicFrame>
        <p:nvGraphicFramePr>
          <p:cNvPr id="96" name="Chart 95"/>
          <p:cNvGraphicFramePr>
            <a:graphicFrameLocks noGrp="1"/>
          </p:cNvGraphicFramePr>
          <p:nvPr/>
        </p:nvGraphicFramePr>
        <p:xfrm>
          <a:off x="4526280" y="1005840"/>
          <a:ext cx="42519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306875"/>
            <a:ext cx="73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데이터셋 구성 1. 데이터 분할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graphicFrame>
        <p:nvGraphicFramePr>
          <p:cNvPr id="93" name="file-table"/>
          <p:cNvGraphicFramePr>
            <a:graphicFrameLocks noGrp="1"/>
          </p:cNvGraphicFramePr>
          <p:nvPr/>
        </p:nvGraphicFramePr>
        <p:xfrm>
          <a:off x="1408176" y="1280160"/>
          <a:ext cx="7324344" cy="20116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6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eaLnBrk="0"/>
                      <a:r>
                        <a:rPr lang="ko" sz="13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marL="109728" marR="109728" anchor="ctr"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pPr eaLnBrk="0"/>
                      <a:r>
                        <a:rPr lang="ko" sz="1300" b="1">
                          <a:solidFill>
                            <a:srgbClr val="FFFFFF"/>
                          </a:solidFill>
                        </a:rPr>
                        <a:t>용도</a:t>
                      </a:r>
                    </a:p>
                  </a:txBody>
                  <a:tcPr marL="109728" marR="109728" anchor="ctr">
                    <a:solidFill>
                      <a:srgbClr val="1926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eaLnBrk="0"/>
                      <a:r>
                        <a:rPr lang="ko" sz="1300" b="1">
                          <a:solidFill>
                            <a:srgbClr val="19264B"/>
                          </a:solidFill>
                        </a:rPr>
                        <a:t>Train</a:t>
                      </a:r>
                    </a:p>
                  </a:txBody>
                  <a:tcPr marL="109728" marR="109728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eaLnBrk="0"/>
                      <a:r>
                        <a:rPr lang="ko" sz="1300" b="0">
                          <a:solidFill>
                            <a:srgbClr val="333333"/>
                          </a:solidFill>
                        </a:rPr>
                        <a:t>모델 학습</a:t>
                      </a:r>
                    </a:p>
                  </a:txBody>
                  <a:tcPr marL="109728" marR="109728" anchor="ctr"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eaLnBrk="0"/>
                      <a:r>
                        <a:rPr lang="ko" sz="1300" b="1">
                          <a:solidFill>
                            <a:srgbClr val="19264B"/>
                          </a:solidFill>
                        </a:rPr>
                        <a:t>Valid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/>
                      <a:r>
                        <a:rPr lang="ko" sz="1300" b="0">
                          <a:solidFill>
                            <a:srgbClr val="333333"/>
                          </a:solidFill>
                        </a:rPr>
                        <a:t>모델 선택·튜닝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eaLnBrk="0"/>
                      <a:r>
                        <a:rPr lang="ko" sz="1300" b="1">
                          <a:solidFill>
                            <a:srgbClr val="19264B"/>
                          </a:solidFill>
                        </a:rPr>
                        <a:t>Test</a:t>
                      </a:r>
                    </a:p>
                  </a:txBody>
                  <a:tcPr marL="109728" marR="109728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eaLnBrk="0"/>
                      <a:r>
                        <a:rPr lang="ko" sz="1300" b="0">
                          <a:solidFill>
                            <a:srgbClr val="333333"/>
                          </a:solidFill>
                        </a:rPr>
                        <a:t>최종 성능 평가</a:t>
                      </a:r>
                    </a:p>
                  </a:txBody>
                  <a:tcPr marL="109728" marR="109728" anchor="ctr"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4" name="wavelength-note-card"/>
          <p:cNvSpPr/>
          <p:nvPr/>
        </p:nvSpPr>
        <p:spPr>
          <a:xfrm>
            <a:off x="1408176" y="3429000"/>
            <a:ext cx="7324344" cy="1234440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 eaLnBrk="0"/>
            <a:r>
              <a:rPr lang="ko" sz="1400" b="0" dirty="0">
                <a:solidFill>
                  <a:srgbClr val="333333"/>
                </a:solidFill>
              </a:rPr>
              <a:t>분할 대상 : train.csv (layer_1~4 + 파장 0~225)</a:t>
            </a:r>
          </a:p>
          <a:p>
            <a:pPr algn="l" eaLnBrk="0"/>
            <a:r>
              <a:rPr lang="ko" sz="1400" b="0" dirty="0">
                <a:solidFill>
                  <a:srgbClr val="333333"/>
                </a:solidFill>
              </a:rPr>
              <a:t>대회 test.csv는 정답이 없어 train.csv를 직접 분할</a:t>
            </a:r>
          </a:p>
          <a:p>
            <a:pPr algn="l" eaLnBrk="0"/>
            <a:r>
              <a:rPr lang="ko" sz="1400" b="0" dirty="0">
                <a:solidFill>
                  <a:srgbClr val="333333"/>
                </a:solidFill>
              </a:rPr>
              <a:t>분할 비율 : 8 : 1 : 1 (무작위 분할 예정)</a:t>
            </a:r>
            <a:endParaRPr lang="en-US" altLang="ko" sz="1400" b="0" dirty="0">
              <a:solidFill>
                <a:srgbClr val="333333"/>
              </a:solidFill>
            </a:endParaRPr>
          </a:p>
          <a:p>
            <a:pPr eaLnBrk="0"/>
            <a:r>
              <a:rPr lang="ko" altLang="ko-KR" dirty="0">
                <a:solidFill>
                  <a:srgbClr val="333333"/>
                </a:solidFill>
              </a:rPr>
              <a:t>파장 0~225 : 비식별화 값 (실제 파장과 다름)</a:t>
            </a:r>
          </a:p>
        </p:txBody>
      </p:sp>
      <p:sp>
        <p:nvSpPr>
          <p:cNvPr id="123" name="data-source"/>
          <p:cNvSpPr txBox="1"/>
          <p:nvPr/>
        </p:nvSpPr>
        <p:spPr>
          <a:xfrm>
            <a:off x="1408176" y="4740000"/>
            <a:ext cx="7324344" cy="25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eaLnBrk="0"/>
            <a:r>
              <a:rPr lang="ko" sz="1100" b="0">
                <a:solidFill>
                  <a:srgbClr val="6B7080"/>
                </a:solidFill>
              </a:rPr>
              <a:t>데이터 출처 : 월간 데이콘 반도체 박막 두께 분석 경진대회 (dacon.io)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306875"/>
            <a:ext cx="73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데이터셋 구성 2. 두께와 스펙트럼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93" name="stat-card-1"/>
          <p:cNvSpPr/>
          <p:nvPr/>
        </p:nvSpPr>
        <p:spPr>
          <a:xfrm>
            <a:off x="1408176" y="1280160"/>
            <a:ext cx="1600200" cy="1417320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stat-num-1"/>
          <p:cNvSpPr txBox="1"/>
          <p:nvPr/>
        </p:nvSpPr>
        <p:spPr>
          <a:xfrm>
            <a:off x="1499616" y="146304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eaLnBrk="0">
              <a:spcAft>
                <a:spcPts val="0"/>
              </a:spcAft>
              <a:buNone/>
            </a:pPr>
            <a:r>
              <a:rPr lang="ko" sz="2400" b="1">
                <a:solidFill>
                  <a:srgbClr val="19264B"/>
                </a:solidFill>
              </a:rPr>
              <a:t>810,000</a:t>
            </a:r>
          </a:p>
        </p:txBody>
      </p:sp>
      <p:sp>
        <p:nvSpPr>
          <p:cNvPr id="95" name="stat-label-1"/>
          <p:cNvSpPr txBox="1"/>
          <p:nvPr/>
        </p:nvSpPr>
        <p:spPr>
          <a:xfrm>
            <a:off x="1499616" y="205740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>
              <a:spcAft>
                <a:spcPts val="0"/>
              </a:spcAft>
              <a:buNone/>
            </a:pPr>
            <a:r>
              <a:rPr lang="ko" sz="1200" b="0">
                <a:solidFill>
                  <a:srgbClr val="333333"/>
                </a:solidFill>
              </a:rPr>
              <a:t>전체 샘플</a:t>
            </a:r>
          </a:p>
          <a:p>
            <a:pPr algn="ctr" eaLnBrk="0">
              <a:spcAft>
                <a:spcPts val="0"/>
              </a:spcAft>
              <a:buNone/>
            </a:pPr>
            <a:r>
              <a:rPr lang="ko" sz="1200" b="0">
                <a:solidFill>
                  <a:srgbClr val="333333"/>
                </a:solidFill>
              </a:rPr>
              <a:t>(30⁴ 조합)</a:t>
            </a:r>
          </a:p>
        </p:txBody>
      </p:sp>
      <p:sp>
        <p:nvSpPr>
          <p:cNvPr id="96" name="stat-card-2"/>
          <p:cNvSpPr/>
          <p:nvPr/>
        </p:nvSpPr>
        <p:spPr>
          <a:xfrm>
            <a:off x="3191256" y="1280160"/>
            <a:ext cx="1600200" cy="1417320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stat-num-2"/>
          <p:cNvSpPr txBox="1"/>
          <p:nvPr/>
        </p:nvSpPr>
        <p:spPr>
          <a:xfrm>
            <a:off x="3282696" y="146304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eaLnBrk="0">
              <a:spcAft>
                <a:spcPts val="0"/>
              </a:spcAft>
              <a:buNone/>
            </a:pPr>
            <a:r>
              <a:rPr lang="ko" sz="2400" b="1">
                <a:solidFill>
                  <a:srgbClr val="19264B"/>
                </a:solidFill>
              </a:rPr>
              <a:t>10 ~ 300</a:t>
            </a:r>
          </a:p>
        </p:txBody>
      </p:sp>
      <p:sp>
        <p:nvSpPr>
          <p:cNvPr id="98" name="stat-label-2"/>
          <p:cNvSpPr txBox="1"/>
          <p:nvPr/>
        </p:nvSpPr>
        <p:spPr>
          <a:xfrm>
            <a:off x="3282696" y="205740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>
              <a:spcAft>
                <a:spcPts val="0"/>
              </a:spcAft>
              <a:buNone/>
            </a:pPr>
            <a:r>
              <a:rPr lang="ko" sz="1200" b="0">
                <a:solidFill>
                  <a:srgbClr val="333333"/>
                </a:solidFill>
              </a:rPr>
              <a:t>층별 두께 범위 (nm)</a:t>
            </a:r>
          </a:p>
          <a:p>
            <a:pPr algn="ctr" eaLnBrk="0">
              <a:spcAft>
                <a:spcPts val="0"/>
              </a:spcAft>
              <a:buNone/>
            </a:pPr>
            <a:r>
              <a:rPr lang="ko" sz="1200" b="0">
                <a:solidFill>
                  <a:srgbClr val="333333"/>
                </a:solidFill>
              </a:rPr>
              <a:t>(10 간격)</a:t>
            </a:r>
          </a:p>
        </p:txBody>
      </p:sp>
      <p:sp>
        <p:nvSpPr>
          <p:cNvPr id="99" name="stat-card-3"/>
          <p:cNvSpPr/>
          <p:nvPr/>
        </p:nvSpPr>
        <p:spPr>
          <a:xfrm>
            <a:off x="1408176" y="2880360"/>
            <a:ext cx="1600200" cy="1417320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stat-num-3"/>
          <p:cNvSpPr txBox="1"/>
          <p:nvPr/>
        </p:nvSpPr>
        <p:spPr>
          <a:xfrm>
            <a:off x="1499616" y="306324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eaLnBrk="0">
              <a:spcAft>
                <a:spcPts val="0"/>
              </a:spcAft>
              <a:buNone/>
            </a:pPr>
            <a:r>
              <a:rPr lang="ko" sz="2400" b="1">
                <a:solidFill>
                  <a:srgbClr val="19264B"/>
                </a:solidFill>
              </a:rPr>
              <a:t>226</a:t>
            </a:r>
          </a:p>
        </p:txBody>
      </p:sp>
      <p:sp>
        <p:nvSpPr>
          <p:cNvPr id="101" name="stat-label-3"/>
          <p:cNvSpPr txBox="1"/>
          <p:nvPr/>
        </p:nvSpPr>
        <p:spPr>
          <a:xfrm>
            <a:off x="1499616" y="365760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>
              <a:spcAft>
                <a:spcPts val="0"/>
              </a:spcAft>
              <a:buNone/>
            </a:pPr>
            <a:r>
              <a:rPr lang="ko" sz="1200" b="0">
                <a:solidFill>
                  <a:srgbClr val="333333"/>
                </a:solidFill>
              </a:rPr>
              <a:t>파장별 반사율 특성</a:t>
            </a:r>
          </a:p>
        </p:txBody>
      </p:sp>
      <p:sp>
        <p:nvSpPr>
          <p:cNvPr id="102" name="stat-card-4"/>
          <p:cNvSpPr/>
          <p:nvPr/>
        </p:nvSpPr>
        <p:spPr>
          <a:xfrm>
            <a:off x="3191256" y="2880360"/>
            <a:ext cx="1600200" cy="1417320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stat-num-4"/>
          <p:cNvSpPr txBox="1"/>
          <p:nvPr/>
        </p:nvSpPr>
        <p:spPr>
          <a:xfrm>
            <a:off x="3282696" y="306324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eaLnBrk="0">
              <a:spcAft>
                <a:spcPts val="0"/>
              </a:spcAft>
              <a:buNone/>
            </a:pPr>
            <a:r>
              <a:rPr lang="ko" sz="2400" b="1">
                <a:solidFill>
                  <a:srgbClr val="19264B"/>
                </a:solidFill>
              </a:rPr>
              <a:t>0</a:t>
            </a:r>
          </a:p>
        </p:txBody>
      </p:sp>
      <p:sp>
        <p:nvSpPr>
          <p:cNvPr id="104" name="stat-label-4"/>
          <p:cNvSpPr txBox="1"/>
          <p:nvPr/>
        </p:nvSpPr>
        <p:spPr>
          <a:xfrm>
            <a:off x="3282696" y="365760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>
              <a:spcAft>
                <a:spcPts val="0"/>
              </a:spcAft>
              <a:buNone/>
            </a:pPr>
            <a:r>
              <a:rPr lang="ko" sz="1200" b="0">
                <a:solidFill>
                  <a:srgbClr val="333333"/>
                </a:solidFill>
              </a:rPr>
              <a:t>결측치</a:t>
            </a:r>
          </a:p>
        </p:txBody>
      </p:sp>
      <p:graphicFrame>
        <p:nvGraphicFramePr>
          <p:cNvPr id="105" name="Chart 104"/>
          <p:cNvGraphicFramePr>
            <a:graphicFrameLocks noGrp="1"/>
          </p:cNvGraphicFramePr>
          <p:nvPr/>
        </p:nvGraphicFramePr>
        <p:xfrm>
          <a:off x="5166360" y="1097280"/>
          <a:ext cx="361188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2" name="problem-definition"/>
          <p:cNvSpPr txBox="1"/>
          <p:nvPr/>
        </p:nvSpPr>
        <p:spPr>
          <a:xfrm>
            <a:off x="1408176" y="4420000"/>
            <a:ext cx="7324344" cy="480000"/>
          </a:xfrm>
          <a:prstGeom prst="rect">
            <a:avLst/>
          </a:prstGeom>
          <a:solidFill>
            <a:srgbClr val="EEF1F8"/>
          </a:solidFill>
          <a:ln>
            <a:noFill/>
          </a:ln>
        </p:spPr>
        <p:txBody>
          <a:bodyPr wrap="square" lIns="182880" tIns="45720" rIns="91440" bIns="45720" rtlCol="0" anchor="ctr">
            <a:noAutofit/>
          </a:bodyPr>
          <a:lstStyle/>
          <a:p>
            <a:pPr algn="l" eaLnBrk="0"/>
            <a:r>
              <a:rPr lang="ko" sz="1400" b="1">
                <a:solidFill>
                  <a:srgbClr val="19264B"/>
                </a:solidFill>
              </a:rPr>
              <a:t>문제 정의 : </a:t>
            </a:r>
            <a:r>
              <a:rPr lang="ko" sz="1400" b="0">
                <a:solidFill>
                  <a:srgbClr val="333333"/>
                </a:solidFill>
              </a:rPr>
              <a:t>반사율 226개 → 두께 4개 (다중 출력 회귀)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306875"/>
            <a:ext cx="73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향후 계획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1408176" y="1188720"/>
            <a:ext cx="1371600" cy="2011680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1865376" y="1353312"/>
            <a:ext cx="457200" cy="457200"/>
          </a:xfrm>
          <a:prstGeom prst="ellipse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408176" y="192024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9264B"/>
                </a:solidFill>
              </a:rPr>
              <a:t>EDA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408176" y="2331720"/>
            <a:ext cx="1371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분포, 잡음 확인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스펙트럼 표준화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889504" y="1188720"/>
            <a:ext cx="1371600" cy="2011680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3346704" y="1353312"/>
            <a:ext cx="457200" cy="457200"/>
          </a:xfrm>
          <a:prstGeom prst="ellipse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889504" y="192024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9264B"/>
                </a:solidFill>
              </a:rPr>
              <a:t>검증 설계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889504" y="2331720"/>
            <a:ext cx="1371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Train / Valid / Test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지표 MAE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370832" y="1188720"/>
            <a:ext cx="1371600" cy="2011680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4828032" y="1353312"/>
            <a:ext cx="457200" cy="457200"/>
          </a:xfrm>
          <a:prstGeom prst="ellipse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370832" y="192024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9264B"/>
                </a:solidFill>
              </a:rPr>
              <a:t>기준선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370832" y="2331720"/>
            <a:ext cx="1371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평균 예측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Ridge, LightGBM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852160" y="1188720"/>
            <a:ext cx="1371600" cy="2011680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6309360" y="1353312"/>
            <a:ext cx="457200" cy="457200"/>
          </a:xfrm>
          <a:prstGeom prst="ellipse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852160" y="192024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9264B"/>
                </a:solidFill>
              </a:rPr>
              <a:t>MLP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852160" y="2331720"/>
            <a:ext cx="1371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밑딥 스터디 적용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층 수, 정규화 실험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333488" y="1188720"/>
            <a:ext cx="1371600" cy="2011680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7790688" y="1353312"/>
            <a:ext cx="457200" cy="457200"/>
          </a:xfrm>
          <a:prstGeom prst="ellipse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333488" y="192024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9264B"/>
                </a:solidFill>
              </a:rPr>
              <a:t>개선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333488" y="2331720"/>
            <a:ext cx="1371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1D CNN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앙상블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(곡선 패턴 활용)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408176" y="3429000"/>
            <a:ext cx="3593592" cy="868680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1499616" y="3474720"/>
            <a:ext cx="1325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9264B"/>
                </a:solidFill>
              </a:rPr>
              <a:t>75 nm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825496" y="3474720"/>
            <a:ext cx="2103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출발선: 4층 모두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평균값(155 nm)으로 찍은 MAE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111496" y="3429000"/>
            <a:ext cx="3593592" cy="868680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5202936" y="3474720"/>
            <a:ext cx="1325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9264B"/>
                </a:solidFill>
              </a:rPr>
              <a:t>0.32 nm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528816" y="3474720"/>
            <a:ext cx="2103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참고: 2020 대회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공개 리더보드 1위 MAE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64B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1" name="Google Shape;101;p17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" name="Google Shape;102;p17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2082300" y="2110050"/>
            <a:ext cx="4979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4800">
                <a:solidFill>
                  <a:srgbClr val="FFFFFF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감사합니다</a:t>
            </a:r>
            <a:endParaRPr sz="4800">
              <a:solidFill>
                <a:schemeClr val="lt1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487</Words>
  <Application>Microsoft Office PowerPoint</Application>
  <PresentationFormat>화면 슬라이드 쇼(16:9)</PresentationFormat>
  <Paragraphs>109</Paragraphs>
  <Slides>10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NanumGothicExtraBold</vt:lpstr>
      <vt:lpstr>Arial</vt:lpstr>
      <vt:lpstr>Nanum Gothic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김은수</dc:creator>
  <cp:lastModifiedBy>은수 김</cp:lastModifiedBy>
  <cp:revision>3</cp:revision>
  <dcterms:modified xsi:type="dcterms:W3CDTF">2026-10-27T07:01:34Z</dcterms:modified>
</cp:coreProperties>
</file>